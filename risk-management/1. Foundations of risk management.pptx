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7.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3" r:id="rId1"/>
    <p:sldMasterId id="2147483678" r:id="rId2"/>
    <p:sldMasterId id="2147483685" r:id="rId3"/>
    <p:sldMasterId id="2147483697" r:id="rId4"/>
    <p:sldMasterId id="2147483730" r:id="rId5"/>
    <p:sldMasterId id="2147484899" r:id="rId6"/>
    <p:sldMasterId id="2147485410" r:id="rId7"/>
  </p:sldMasterIdLst>
  <p:notesMasterIdLst>
    <p:notesMasterId r:id="rId42"/>
  </p:notesMasterIdLst>
  <p:handoutMasterIdLst>
    <p:handoutMasterId r:id="rId43"/>
  </p:handoutMasterIdLst>
  <p:sldIdLst>
    <p:sldId id="2134806261" r:id="rId8"/>
    <p:sldId id="2134806244" r:id="rId9"/>
    <p:sldId id="2134806302" r:id="rId10"/>
    <p:sldId id="267" r:id="rId11"/>
    <p:sldId id="2134806260" r:id="rId12"/>
    <p:sldId id="2134806237" r:id="rId13"/>
    <p:sldId id="2134806241" r:id="rId14"/>
    <p:sldId id="2134806299" r:id="rId15"/>
    <p:sldId id="2134806264" r:id="rId16"/>
    <p:sldId id="2134806239" r:id="rId17"/>
    <p:sldId id="2134806242" r:id="rId18"/>
    <p:sldId id="2134806303" r:id="rId19"/>
    <p:sldId id="2134806296" r:id="rId20"/>
    <p:sldId id="2134806262" r:id="rId21"/>
    <p:sldId id="2134806233" r:id="rId22"/>
    <p:sldId id="2134806234" r:id="rId23"/>
    <p:sldId id="2134806235" r:id="rId24"/>
    <p:sldId id="2134806236" r:id="rId25"/>
    <p:sldId id="2134806295" r:id="rId26"/>
    <p:sldId id="2134806263" r:id="rId27"/>
    <p:sldId id="2134806247" r:id="rId28"/>
    <p:sldId id="2134806249" r:id="rId29"/>
    <p:sldId id="2134806252" r:id="rId30"/>
    <p:sldId id="2134806253" r:id="rId31"/>
    <p:sldId id="2134806294" r:id="rId32"/>
    <p:sldId id="2134806258" r:id="rId33"/>
    <p:sldId id="2134806255" r:id="rId34"/>
    <p:sldId id="2134806256" r:id="rId35"/>
    <p:sldId id="2134806267" r:id="rId36"/>
    <p:sldId id="2134806268" r:id="rId37"/>
    <p:sldId id="2134806254" r:id="rId38"/>
    <p:sldId id="2134806251" r:id="rId39"/>
    <p:sldId id="2134806250" r:id="rId40"/>
    <p:sldId id="2134806300" r:id="rId41"/>
  </p:sldIdLst>
  <p:sldSz cx="12192000" cy="6858000"/>
  <p:notesSz cx="6858000" cy="9144000"/>
  <p:custDataLst>
    <p:tags r:id="rId44"/>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A3A39358-42A3-4201-B2C1-C9FD2E651B2F}">
          <p14:sldIdLst>
            <p14:sldId id="2134806261"/>
            <p14:sldId id="2134806244"/>
            <p14:sldId id="2134806302"/>
            <p14:sldId id="267"/>
            <p14:sldId id="2134806260"/>
            <p14:sldId id="2134806237"/>
            <p14:sldId id="2134806241"/>
            <p14:sldId id="2134806299"/>
            <p14:sldId id="2134806264"/>
            <p14:sldId id="2134806239"/>
            <p14:sldId id="2134806242"/>
            <p14:sldId id="2134806303"/>
            <p14:sldId id="2134806296"/>
            <p14:sldId id="2134806262"/>
            <p14:sldId id="2134806233"/>
            <p14:sldId id="2134806234"/>
            <p14:sldId id="2134806235"/>
            <p14:sldId id="2134806236"/>
            <p14:sldId id="2134806295"/>
            <p14:sldId id="2134806263"/>
            <p14:sldId id="2134806247"/>
            <p14:sldId id="2134806249"/>
            <p14:sldId id="2134806252"/>
            <p14:sldId id="2134806253"/>
            <p14:sldId id="2134806294"/>
            <p14:sldId id="2134806258"/>
            <p14:sldId id="2134806255"/>
            <p14:sldId id="2134806256"/>
            <p14:sldId id="2134806267"/>
            <p14:sldId id="2134806268"/>
            <p14:sldId id="2134806254"/>
            <p14:sldId id="2134806251"/>
            <p14:sldId id="2134806250"/>
            <p14:sldId id="2134806300"/>
          </p14:sldIdLst>
        </p14:section>
      </p14:sectionLst>
    </p:ext>
    <p:ext uri="{EFAFB233-063F-42B5-8137-9DF3F51BA10A}">
      <p15:sldGuideLst xmlns:p15="http://schemas.microsoft.com/office/powerpoint/2012/main">
        <p15:guide id="1" orient="horz" pos="1656" userDrawn="1">
          <p15:clr>
            <a:srgbClr val="A4A3A4"/>
          </p15:clr>
        </p15:guide>
        <p15:guide id="21" userDrawn="1">
          <p15:clr>
            <a:srgbClr val="A4A3A4"/>
          </p15:clr>
        </p15:guide>
        <p15:guide id="47" orient="horz" pos="3163" userDrawn="1">
          <p15:clr>
            <a:srgbClr val="A4A3A4"/>
          </p15:clr>
        </p15:guide>
        <p15:guide id="66" pos="4679" userDrawn="1">
          <p15:clr>
            <a:srgbClr val="A4A3A4"/>
          </p15:clr>
        </p15:guide>
        <p15:guide id="75" orient="horz" pos="2523" userDrawn="1">
          <p15:clr>
            <a:srgbClr val="A4A3A4"/>
          </p15:clr>
        </p15:guide>
        <p15:guide id="76" orient="horz" pos="3816" userDrawn="1">
          <p15:clr>
            <a:srgbClr val="A4A3A4"/>
          </p15:clr>
        </p15:guide>
        <p15:guide id="78" orient="horz" pos="1094" userDrawn="1">
          <p15:clr>
            <a:srgbClr val="A4A3A4"/>
          </p15:clr>
        </p15:guide>
        <p15:guide id="79" pos="3840" userDrawn="1">
          <p15:clr>
            <a:srgbClr val="A4A3A4"/>
          </p15:clr>
        </p15:guide>
        <p15:guide id="82" pos="6811" userDrawn="1">
          <p15:clr>
            <a:srgbClr val="A4A3A4"/>
          </p15:clr>
        </p15:guide>
        <p15:guide id="83" pos="461" userDrawn="1">
          <p15:clr>
            <a:srgbClr val="A4A3A4"/>
          </p15:clr>
        </p15:guide>
        <p15:guide id="84" pos="7605" userDrawn="1">
          <p15:clr>
            <a:srgbClr val="A4A3A4"/>
          </p15:clr>
        </p15:guide>
        <p15:guide id="85" pos="1708" userDrawn="1">
          <p15:clr>
            <a:srgbClr val="A4A3A4"/>
          </p15:clr>
        </p15:guide>
        <p15:guide id="88" orient="horz" pos="3012" userDrawn="1">
          <p15:clr>
            <a:srgbClr val="A4A3A4"/>
          </p15:clr>
        </p15:guide>
        <p15:guide id="89" orient="horz" pos="1570" userDrawn="1">
          <p15:clr>
            <a:srgbClr val="A4A3A4"/>
          </p15:clr>
        </p15:guide>
        <p15:guide id="90" orient="horz" pos="129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7E2789-BA1F-4CFC-DCC7-3CA0D04D8AE8}" name="STEPANCHENKO, D. (Dmitrii)" initials="SD(" userId="S::dmitrii.stepanchenko@ing.com::30c9d29d-ac41-46ff-b2be-c3f5dd1e26e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Андреев Даниил Юрьевич" initials="АДЮ [2]" lastIdx="3" clrIdx="6">
    <p:extLst>
      <p:ext uri="{19B8F6BF-5375-455C-9EA6-DF929625EA0E}">
        <p15:presenceInfo xmlns:p15="http://schemas.microsoft.com/office/powerpoint/2012/main" userId="S-1-5-21-12604286-1394344279-468603755-1270333" providerId="AD"/>
      </p:ext>
    </p:extLst>
  </p:cmAuthor>
  <p:cmAuthor id="1" name="Дрючевский Дмитрий Викторович" initials="ДДВ" lastIdx="1" clrIdx="0">
    <p:extLst>
      <p:ext uri="{19B8F6BF-5375-455C-9EA6-DF929625EA0E}">
        <p15:presenceInfo xmlns:p15="http://schemas.microsoft.com/office/powerpoint/2012/main" userId="Дрючевский Дмитрий Викторович" providerId="None"/>
      </p:ext>
    </p:extLst>
  </p:cmAuthor>
  <p:cmAuthor id="2" name="Степанченко Дмитрий Сергеевич" initials="СДС" lastIdx="219" clrIdx="1">
    <p:extLst>
      <p:ext uri="{19B8F6BF-5375-455C-9EA6-DF929625EA0E}">
        <p15:presenceInfo xmlns:p15="http://schemas.microsoft.com/office/powerpoint/2012/main" userId="Степанченко Дмитрий Сергеевич" providerId="None"/>
      </p:ext>
    </p:extLst>
  </p:cmAuthor>
  <p:cmAuthor id="3" name="Андреев Даниил Юрьевич" initials="АДЮ" lastIdx="27" clrIdx="2">
    <p:extLst>
      <p:ext uri="{19B8F6BF-5375-455C-9EA6-DF929625EA0E}">
        <p15:presenceInfo xmlns:p15="http://schemas.microsoft.com/office/powerpoint/2012/main" userId="Андреев Даниил Юрьевич" providerId="None"/>
      </p:ext>
    </p:extLst>
  </p:cmAuthor>
  <p:cmAuthor id="4" name="Гостев Андрей Сергеевич" initials="ГАС" lastIdx="43" clrIdx="3">
    <p:extLst>
      <p:ext uri="{19B8F6BF-5375-455C-9EA6-DF929625EA0E}">
        <p15:presenceInfo xmlns:p15="http://schemas.microsoft.com/office/powerpoint/2012/main" userId="Гостев Андрей Сергеевич" providerId="None"/>
      </p:ext>
    </p:extLst>
  </p:cmAuthor>
  <p:cmAuthor id="5" name="Ростов Олег Евгеньевич" initials="РОЕ" lastIdx="30" clrIdx="4">
    <p:extLst>
      <p:ext uri="{19B8F6BF-5375-455C-9EA6-DF929625EA0E}">
        <p15:presenceInfo xmlns:p15="http://schemas.microsoft.com/office/powerpoint/2012/main" userId="Ростов Олег Евгеньевич" providerId="None"/>
      </p:ext>
    </p:extLst>
  </p:cmAuthor>
  <p:cmAuthor id="6" name="Соловьев Георгий Александрович" initials="СГА" lastIdx="3" clrIdx="5">
    <p:extLst>
      <p:ext uri="{19B8F6BF-5375-455C-9EA6-DF929625EA0E}">
        <p15:presenceInfo xmlns:p15="http://schemas.microsoft.com/office/powerpoint/2012/main" userId="Соловьев Георгий Александрович"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1D0B2"/>
    <a:srgbClr val="1F4E79"/>
    <a:srgbClr val="575757"/>
    <a:srgbClr val="3FD6C4"/>
    <a:srgbClr val="A5A5A5"/>
    <a:srgbClr val="98B1DE"/>
    <a:srgbClr val="3B648B"/>
    <a:srgbClr val="29B9F0"/>
    <a:srgbClr val="E795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A488322-F2BA-4B5B-9748-0D474271808F}" styleName="Средний стиль 3 — акцент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344D84-9AFB-497E-A393-DC336BA19D2E}" styleName="Средний стиль 3 — акцент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11" autoAdjust="0"/>
    <p:restoredTop sz="93979" autoAdjust="0"/>
  </p:normalViewPr>
  <p:slideViewPr>
    <p:cSldViewPr snapToGrid="0">
      <p:cViewPr varScale="1">
        <p:scale>
          <a:sx n="65" d="100"/>
          <a:sy n="65" d="100"/>
        </p:scale>
        <p:origin x="888" y="52"/>
      </p:cViewPr>
      <p:guideLst>
        <p:guide orient="horz" pos="1656"/>
        <p:guide/>
        <p:guide orient="horz" pos="3163"/>
        <p:guide pos="4679"/>
        <p:guide orient="horz" pos="2523"/>
        <p:guide orient="horz" pos="3816"/>
        <p:guide orient="horz" pos="1094"/>
        <p:guide pos="3840"/>
        <p:guide pos="6811"/>
        <p:guide pos="461"/>
        <p:guide pos="7605"/>
        <p:guide pos="1708"/>
        <p:guide orient="horz" pos="3012"/>
        <p:guide orient="horz" pos="1570"/>
        <p:guide orient="horz" pos="1298"/>
      </p:guideLst>
    </p:cSldViewPr>
  </p:slideViewPr>
  <p:outlineViewPr>
    <p:cViewPr>
      <p:scale>
        <a:sx n="33" d="100"/>
        <a:sy n="33" d="100"/>
      </p:scale>
      <p:origin x="0" y="0"/>
    </p:cViewPr>
  </p:outlineViewPr>
  <p:notesTextViewPr>
    <p:cViewPr>
      <p:scale>
        <a:sx n="110" d="100"/>
        <a:sy n="110" d="100"/>
      </p:scale>
      <p:origin x="0" y="0"/>
    </p:cViewPr>
  </p:notesTextViewPr>
  <p:notesViewPr>
    <p:cSldViewPr snapToGrid="0">
      <p:cViewPr varScale="1">
        <p:scale>
          <a:sx n="50" d="100"/>
          <a:sy n="50" d="100"/>
        </p:scale>
        <p:origin x="2640"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1.xml"/><Relationship Id="rId51" Type="http://schemas.microsoft.com/office/2018/10/relationships/authors" Target="author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ANCHENKO, D. (Dmitrii)" userId="30c9d29d-ac41-46ff-b2be-c3f5dd1e26e1" providerId="ADAL" clId="{45DBE282-570A-4094-B93C-C91C1B59ED48}"/>
    <pc:docChg chg="undo redo custSel addSld delSld modSld sldOrd modSection">
      <pc:chgData name="STEPANCHENKO, D. (Dmitrii)" userId="30c9d29d-ac41-46ff-b2be-c3f5dd1e26e1" providerId="ADAL" clId="{45DBE282-570A-4094-B93C-C91C1B59ED48}" dt="2023-09-11T13:53:28.980" v="1501" actId="20577"/>
      <pc:docMkLst>
        <pc:docMk/>
      </pc:docMkLst>
      <pc:sldChg chg="add del">
        <pc:chgData name="STEPANCHENKO, D. (Dmitrii)" userId="30c9d29d-ac41-46ff-b2be-c3f5dd1e26e1" providerId="ADAL" clId="{45DBE282-570A-4094-B93C-C91C1B59ED48}" dt="2023-08-28T12:45:25.290" v="172" actId="2696"/>
        <pc:sldMkLst>
          <pc:docMk/>
          <pc:sldMk cId="1432657209" sldId="274"/>
        </pc:sldMkLst>
      </pc:sldChg>
      <pc:sldChg chg="modSp mod ord">
        <pc:chgData name="STEPANCHENKO, D. (Dmitrii)" userId="30c9d29d-ac41-46ff-b2be-c3f5dd1e26e1" providerId="ADAL" clId="{45DBE282-570A-4094-B93C-C91C1B59ED48}" dt="2023-09-09T08:15:41.350" v="1440" actId="20577"/>
        <pc:sldMkLst>
          <pc:docMk/>
          <pc:sldMk cId="821396314" sldId="2134806244"/>
        </pc:sldMkLst>
        <pc:spChg chg="mod">
          <ac:chgData name="STEPANCHENKO, D. (Dmitrii)" userId="30c9d29d-ac41-46ff-b2be-c3f5dd1e26e1" providerId="ADAL" clId="{45DBE282-570A-4094-B93C-C91C1B59ED48}" dt="2023-09-08T08:12:20.694" v="469" actId="313"/>
          <ac:spMkLst>
            <pc:docMk/>
            <pc:sldMk cId="821396314" sldId="2134806244"/>
            <ac:spMk id="3" creationId="{81BD1123-3626-1C45-BF5B-1C1864FA8AFA}"/>
          </ac:spMkLst>
        </pc:spChg>
        <pc:spChg chg="mod">
          <ac:chgData name="STEPANCHENKO, D. (Dmitrii)" userId="30c9d29d-ac41-46ff-b2be-c3f5dd1e26e1" providerId="ADAL" clId="{45DBE282-570A-4094-B93C-C91C1B59ED48}" dt="2023-09-09T08:15:41.350" v="1440" actId="20577"/>
          <ac:spMkLst>
            <pc:docMk/>
            <pc:sldMk cId="821396314" sldId="2134806244"/>
            <ac:spMk id="5" creationId="{00000000-0000-0000-0000-000000000000}"/>
          </ac:spMkLst>
        </pc:spChg>
      </pc:sldChg>
      <pc:sldChg chg="modSp mod">
        <pc:chgData name="STEPANCHENKO, D. (Dmitrii)" userId="30c9d29d-ac41-46ff-b2be-c3f5dd1e26e1" providerId="ADAL" clId="{45DBE282-570A-4094-B93C-C91C1B59ED48}" dt="2023-09-11T13:53:28.980" v="1501" actId="20577"/>
        <pc:sldMkLst>
          <pc:docMk/>
          <pc:sldMk cId="3929147524" sldId="2134806247"/>
        </pc:sldMkLst>
        <pc:spChg chg="mod">
          <ac:chgData name="STEPANCHENKO, D. (Dmitrii)" userId="30c9d29d-ac41-46ff-b2be-c3f5dd1e26e1" providerId="ADAL" clId="{45DBE282-570A-4094-B93C-C91C1B59ED48}" dt="2023-09-11T13:53:28.980" v="1501" actId="20577"/>
          <ac:spMkLst>
            <pc:docMk/>
            <pc:sldMk cId="3929147524" sldId="2134806247"/>
            <ac:spMk id="4" creationId="{81BD1123-3626-1C45-BF5B-1C1864FA8AFA}"/>
          </ac:spMkLst>
        </pc:spChg>
        <pc:graphicFrameChg chg="mod modGraphic">
          <ac:chgData name="STEPANCHENKO, D. (Dmitrii)" userId="30c9d29d-ac41-46ff-b2be-c3f5dd1e26e1" providerId="ADAL" clId="{45DBE282-570A-4094-B93C-C91C1B59ED48}" dt="2023-08-28T13:17:57.558" v="249" actId="6549"/>
          <ac:graphicFrameMkLst>
            <pc:docMk/>
            <pc:sldMk cId="3929147524" sldId="2134806247"/>
            <ac:graphicFrameMk id="7" creationId="{00000000-0000-0000-0000-000000000000}"/>
          </ac:graphicFrameMkLst>
        </pc:graphicFrameChg>
      </pc:sldChg>
      <pc:sldChg chg="modSp mod ord">
        <pc:chgData name="STEPANCHENKO, D. (Dmitrii)" userId="30c9d29d-ac41-46ff-b2be-c3f5dd1e26e1" providerId="ADAL" clId="{45DBE282-570A-4094-B93C-C91C1B59ED48}" dt="2023-08-28T12:04:45.263" v="96" actId="207"/>
        <pc:sldMkLst>
          <pc:docMk/>
          <pc:sldMk cId="1835611520" sldId="2134806253"/>
        </pc:sldMkLst>
        <pc:spChg chg="mod">
          <ac:chgData name="STEPANCHENKO, D. (Dmitrii)" userId="30c9d29d-ac41-46ff-b2be-c3f5dd1e26e1" providerId="ADAL" clId="{45DBE282-570A-4094-B93C-C91C1B59ED48}" dt="2023-08-28T12:04:45.263" v="96" actId="207"/>
          <ac:spMkLst>
            <pc:docMk/>
            <pc:sldMk cId="1835611520" sldId="2134806253"/>
            <ac:spMk id="4" creationId="{81BD1123-3626-1C45-BF5B-1C1864FA8AFA}"/>
          </ac:spMkLst>
        </pc:spChg>
      </pc:sldChg>
      <pc:sldChg chg="addSp delSp modSp mod">
        <pc:chgData name="STEPANCHENKO, D. (Dmitrii)" userId="30c9d29d-ac41-46ff-b2be-c3f5dd1e26e1" providerId="ADAL" clId="{45DBE282-570A-4094-B93C-C91C1B59ED48}" dt="2023-08-28T12:28:47.768" v="169" actId="20577"/>
        <pc:sldMkLst>
          <pc:docMk/>
          <pc:sldMk cId="4005808011" sldId="2134806258"/>
        </pc:sldMkLst>
        <pc:spChg chg="mod">
          <ac:chgData name="STEPANCHENKO, D. (Dmitrii)" userId="30c9d29d-ac41-46ff-b2be-c3f5dd1e26e1" providerId="ADAL" clId="{45DBE282-570A-4094-B93C-C91C1B59ED48}" dt="2023-08-28T12:28:47.768" v="169" actId="20577"/>
          <ac:spMkLst>
            <pc:docMk/>
            <pc:sldMk cId="4005808011" sldId="2134806258"/>
            <ac:spMk id="3" creationId="{00000000-0000-0000-0000-000000000000}"/>
          </ac:spMkLst>
        </pc:spChg>
        <pc:picChg chg="add del mod">
          <ac:chgData name="STEPANCHENKO, D. (Dmitrii)" userId="30c9d29d-ac41-46ff-b2be-c3f5dd1e26e1" providerId="ADAL" clId="{45DBE282-570A-4094-B93C-C91C1B59ED48}" dt="2023-08-28T12:26:58.040" v="122" actId="22"/>
          <ac:picMkLst>
            <pc:docMk/>
            <pc:sldMk cId="4005808011" sldId="2134806258"/>
            <ac:picMk id="6" creationId="{D257E249-9D98-50A0-D571-08E93F1DB9AA}"/>
          </ac:picMkLst>
        </pc:picChg>
      </pc:sldChg>
      <pc:sldChg chg="modSp mod">
        <pc:chgData name="STEPANCHENKO, D. (Dmitrii)" userId="30c9d29d-ac41-46ff-b2be-c3f5dd1e26e1" providerId="ADAL" clId="{45DBE282-570A-4094-B93C-C91C1B59ED48}" dt="2023-09-09T07:44:41.276" v="1424" actId="20577"/>
        <pc:sldMkLst>
          <pc:docMk/>
          <pc:sldMk cId="2307409347" sldId="2134806264"/>
        </pc:sldMkLst>
        <pc:spChg chg="mod">
          <ac:chgData name="STEPANCHENKO, D. (Dmitrii)" userId="30c9d29d-ac41-46ff-b2be-c3f5dd1e26e1" providerId="ADAL" clId="{45DBE282-570A-4094-B93C-C91C1B59ED48}" dt="2023-09-09T07:44:41.276" v="1424" actId="20577"/>
          <ac:spMkLst>
            <pc:docMk/>
            <pc:sldMk cId="2307409347" sldId="2134806264"/>
            <ac:spMk id="4" creationId="{00000000-0000-0000-0000-000000000000}"/>
          </ac:spMkLst>
        </pc:spChg>
      </pc:sldChg>
      <pc:sldChg chg="delSp modSp mod delAnim">
        <pc:chgData name="STEPANCHENKO, D. (Dmitrii)" userId="30c9d29d-ac41-46ff-b2be-c3f5dd1e26e1" providerId="ADAL" clId="{45DBE282-570A-4094-B93C-C91C1B59ED48}" dt="2023-09-09T07:49:15.069" v="1436" actId="20577"/>
        <pc:sldMkLst>
          <pc:docMk/>
          <pc:sldMk cId="2024119436" sldId="2134806299"/>
        </pc:sldMkLst>
        <pc:spChg chg="del">
          <ac:chgData name="STEPANCHENKO, D. (Dmitrii)" userId="30c9d29d-ac41-46ff-b2be-c3f5dd1e26e1" providerId="ADAL" clId="{45DBE282-570A-4094-B93C-C91C1B59ED48}" dt="2023-08-28T11:42:44.395" v="81" actId="478"/>
          <ac:spMkLst>
            <pc:docMk/>
            <pc:sldMk cId="2024119436" sldId="2134806299"/>
            <ac:spMk id="4" creationId="{C1068923-4753-150A-02EC-54EC3EA09CAA}"/>
          </ac:spMkLst>
        </pc:spChg>
        <pc:spChg chg="mod">
          <ac:chgData name="STEPANCHENKO, D. (Dmitrii)" userId="30c9d29d-ac41-46ff-b2be-c3f5dd1e26e1" providerId="ADAL" clId="{45DBE282-570A-4094-B93C-C91C1B59ED48}" dt="2023-09-09T07:49:15.069" v="1436" actId="20577"/>
          <ac:spMkLst>
            <pc:docMk/>
            <pc:sldMk cId="2024119436" sldId="2134806299"/>
            <ac:spMk id="5" creationId="{00000000-0000-0000-0000-000000000000}"/>
          </ac:spMkLst>
        </pc:spChg>
        <pc:spChg chg="del">
          <ac:chgData name="STEPANCHENKO, D. (Dmitrii)" userId="30c9d29d-ac41-46ff-b2be-c3f5dd1e26e1" providerId="ADAL" clId="{45DBE282-570A-4094-B93C-C91C1B59ED48}" dt="2023-08-28T11:42:44.395" v="81" actId="478"/>
          <ac:spMkLst>
            <pc:docMk/>
            <pc:sldMk cId="2024119436" sldId="2134806299"/>
            <ac:spMk id="6" creationId="{3123A4AE-DCF1-F0BC-2FC0-568FD19AF5F0}"/>
          </ac:spMkLst>
        </pc:spChg>
        <pc:picChg chg="ord">
          <ac:chgData name="STEPANCHENKO, D. (Dmitrii)" userId="30c9d29d-ac41-46ff-b2be-c3f5dd1e26e1" providerId="ADAL" clId="{45DBE282-570A-4094-B93C-C91C1B59ED48}" dt="2023-08-28T11:42:39.291" v="80" actId="167"/>
          <ac:picMkLst>
            <pc:docMk/>
            <pc:sldMk cId="2024119436" sldId="2134806299"/>
            <ac:picMk id="9" creationId="{00000000-0000-0000-0000-000000000000}"/>
          </ac:picMkLst>
        </pc:picChg>
      </pc:sldChg>
      <pc:sldChg chg="modSp mod">
        <pc:chgData name="STEPANCHENKO, D. (Dmitrii)" userId="30c9d29d-ac41-46ff-b2be-c3f5dd1e26e1" providerId="ADAL" clId="{45DBE282-570A-4094-B93C-C91C1B59ED48}" dt="2023-08-28T13:17:18.192" v="224" actId="207"/>
        <pc:sldMkLst>
          <pc:docMk/>
          <pc:sldMk cId="2227261000" sldId="2134806300"/>
        </pc:sldMkLst>
        <pc:spChg chg="mod">
          <ac:chgData name="STEPANCHENKO, D. (Dmitrii)" userId="30c9d29d-ac41-46ff-b2be-c3f5dd1e26e1" providerId="ADAL" clId="{45DBE282-570A-4094-B93C-C91C1B59ED48}" dt="2023-08-28T13:17:18.192" v="224" actId="207"/>
          <ac:spMkLst>
            <pc:docMk/>
            <pc:sldMk cId="2227261000" sldId="2134806300"/>
            <ac:spMk id="3" creationId="{FA466E32-3063-BF77-7E68-6B2D86CEFC52}"/>
          </ac:spMkLst>
        </pc:spChg>
        <pc:spChg chg="mod">
          <ac:chgData name="STEPANCHENKO, D. (Dmitrii)" userId="30c9d29d-ac41-46ff-b2be-c3f5dd1e26e1" providerId="ADAL" clId="{45DBE282-570A-4094-B93C-C91C1B59ED48}" dt="2023-08-28T12:46:55.289" v="175" actId="207"/>
          <ac:spMkLst>
            <pc:docMk/>
            <pc:sldMk cId="2227261000" sldId="2134806300"/>
            <ac:spMk id="5" creationId="{19C65322-C578-69FA-F36D-633B6B4A24A1}"/>
          </ac:spMkLst>
        </pc:spChg>
      </pc:sldChg>
      <pc:sldChg chg="del">
        <pc:chgData name="STEPANCHENKO, D. (Dmitrii)" userId="30c9d29d-ac41-46ff-b2be-c3f5dd1e26e1" providerId="ADAL" clId="{45DBE282-570A-4094-B93C-C91C1B59ED48}" dt="2023-08-28T11:43:45.495" v="88" actId="47"/>
        <pc:sldMkLst>
          <pc:docMk/>
          <pc:sldMk cId="588587242" sldId="2134806301"/>
        </pc:sldMkLst>
      </pc:sldChg>
      <pc:sldChg chg="new del">
        <pc:chgData name="STEPANCHENKO, D. (Dmitrii)" userId="30c9d29d-ac41-46ff-b2be-c3f5dd1e26e1" providerId="ADAL" clId="{45DBE282-570A-4094-B93C-C91C1B59ED48}" dt="2023-09-08T08:12:09.797" v="445" actId="47"/>
        <pc:sldMkLst>
          <pc:docMk/>
          <pc:sldMk cId="2874021833" sldId="2134806301"/>
        </pc:sldMkLst>
      </pc:sldChg>
      <pc:sldChg chg="delSp modSp add del mod">
        <pc:chgData name="STEPANCHENKO, D. (Dmitrii)" userId="30c9d29d-ac41-46ff-b2be-c3f5dd1e26e1" providerId="ADAL" clId="{45DBE282-570A-4094-B93C-C91C1B59ED48}" dt="2023-08-28T13:18:01.885" v="250" actId="47"/>
        <pc:sldMkLst>
          <pc:docMk/>
          <pc:sldMk cId="2986906539" sldId="2134806301"/>
        </pc:sldMkLst>
        <pc:spChg chg="mod">
          <ac:chgData name="STEPANCHENKO, D. (Dmitrii)" userId="30c9d29d-ac41-46ff-b2be-c3f5dd1e26e1" providerId="ADAL" clId="{45DBE282-570A-4094-B93C-C91C1B59ED48}" dt="2023-08-28T13:17:30.246" v="248" actId="207"/>
          <ac:spMkLst>
            <pc:docMk/>
            <pc:sldMk cId="2986906539" sldId="2134806301"/>
            <ac:spMk id="3" creationId="{FA466E32-3063-BF77-7E68-6B2D86CEFC52}"/>
          </ac:spMkLst>
        </pc:spChg>
        <pc:spChg chg="del">
          <ac:chgData name="STEPANCHENKO, D. (Dmitrii)" userId="30c9d29d-ac41-46ff-b2be-c3f5dd1e26e1" providerId="ADAL" clId="{45DBE282-570A-4094-B93C-C91C1B59ED48}" dt="2023-08-28T13:17:09.979" v="223" actId="478"/>
          <ac:spMkLst>
            <pc:docMk/>
            <pc:sldMk cId="2986906539" sldId="2134806301"/>
            <ac:spMk id="5" creationId="{19C65322-C578-69FA-F36D-633B6B4A24A1}"/>
          </ac:spMkLst>
        </pc:spChg>
      </pc:sldChg>
      <pc:sldChg chg="modSp add mod">
        <pc:chgData name="STEPANCHENKO, D. (Dmitrii)" userId="30c9d29d-ac41-46ff-b2be-c3f5dd1e26e1" providerId="ADAL" clId="{45DBE282-570A-4094-B93C-C91C1B59ED48}" dt="2023-09-09T08:26:19.974" v="1476" actId="20577"/>
        <pc:sldMkLst>
          <pc:docMk/>
          <pc:sldMk cId="1337090011" sldId="2134806302"/>
        </pc:sldMkLst>
        <pc:spChg chg="mod">
          <ac:chgData name="STEPANCHENKO, D. (Dmitrii)" userId="30c9d29d-ac41-46ff-b2be-c3f5dd1e26e1" providerId="ADAL" clId="{45DBE282-570A-4094-B93C-C91C1B59ED48}" dt="2023-09-09T08:26:19.974" v="1476" actId="20577"/>
          <ac:spMkLst>
            <pc:docMk/>
            <pc:sldMk cId="1337090011" sldId="2134806302"/>
            <ac:spMk id="5" creationId="{00000000-0000-0000-0000-000000000000}"/>
          </ac:spMkLst>
        </pc:spChg>
      </pc:sldChg>
      <pc:sldChg chg="addSp delSp modSp add mod">
        <pc:chgData name="STEPANCHENKO, D. (Dmitrii)" userId="30c9d29d-ac41-46ff-b2be-c3f5dd1e26e1" providerId="ADAL" clId="{45DBE282-570A-4094-B93C-C91C1B59ED48}" dt="2023-09-09T06:51:27.987" v="1361" actId="1076"/>
        <pc:sldMkLst>
          <pc:docMk/>
          <pc:sldMk cId="3756748199" sldId="2134806303"/>
        </pc:sldMkLst>
        <pc:spChg chg="mod">
          <ac:chgData name="STEPANCHENKO, D. (Dmitrii)" userId="30c9d29d-ac41-46ff-b2be-c3f5dd1e26e1" providerId="ADAL" clId="{45DBE282-570A-4094-B93C-C91C1B59ED48}" dt="2023-09-09T06:50:26.180" v="1356" actId="20577"/>
          <ac:spMkLst>
            <pc:docMk/>
            <pc:sldMk cId="3756748199" sldId="2134806303"/>
            <ac:spMk id="4" creationId="{81BD1123-3626-1C45-BF5B-1C1864FA8AFA}"/>
          </ac:spMkLst>
        </pc:spChg>
        <pc:picChg chg="del">
          <ac:chgData name="STEPANCHENKO, D. (Dmitrii)" userId="30c9d29d-ac41-46ff-b2be-c3f5dd1e26e1" providerId="ADAL" clId="{45DBE282-570A-4094-B93C-C91C1B59ED48}" dt="2023-09-09T06:50:20.618" v="1338" actId="478"/>
          <ac:picMkLst>
            <pc:docMk/>
            <pc:sldMk cId="3756748199" sldId="2134806303"/>
            <ac:picMk id="3" creationId="{00000000-0000-0000-0000-000000000000}"/>
          </ac:picMkLst>
        </pc:picChg>
        <pc:picChg chg="del">
          <ac:chgData name="STEPANCHENKO, D. (Dmitrii)" userId="30c9d29d-ac41-46ff-b2be-c3f5dd1e26e1" providerId="ADAL" clId="{45DBE282-570A-4094-B93C-C91C1B59ED48}" dt="2023-09-09T06:50:28.521" v="1357" actId="478"/>
          <ac:picMkLst>
            <pc:docMk/>
            <pc:sldMk cId="3756748199" sldId="2134806303"/>
            <ac:picMk id="5" creationId="{00000000-0000-0000-0000-000000000000}"/>
          </ac:picMkLst>
        </pc:picChg>
        <pc:picChg chg="del">
          <ac:chgData name="STEPANCHENKO, D. (Dmitrii)" userId="30c9d29d-ac41-46ff-b2be-c3f5dd1e26e1" providerId="ADAL" clId="{45DBE282-570A-4094-B93C-C91C1B59ED48}" dt="2023-09-09T06:50:28.521" v="1357" actId="478"/>
          <ac:picMkLst>
            <pc:docMk/>
            <pc:sldMk cId="3756748199" sldId="2134806303"/>
            <ac:picMk id="6" creationId="{00000000-0000-0000-0000-000000000000}"/>
          </ac:picMkLst>
        </pc:picChg>
        <pc:picChg chg="del">
          <ac:chgData name="STEPANCHENKO, D. (Dmitrii)" userId="30c9d29d-ac41-46ff-b2be-c3f5dd1e26e1" providerId="ADAL" clId="{45DBE282-570A-4094-B93C-C91C1B59ED48}" dt="2023-09-09T06:50:28.521" v="1357" actId="478"/>
          <ac:picMkLst>
            <pc:docMk/>
            <pc:sldMk cId="3756748199" sldId="2134806303"/>
            <ac:picMk id="7" creationId="{00000000-0000-0000-0000-000000000000}"/>
          </ac:picMkLst>
        </pc:picChg>
        <pc:picChg chg="del">
          <ac:chgData name="STEPANCHENKO, D. (Dmitrii)" userId="30c9d29d-ac41-46ff-b2be-c3f5dd1e26e1" providerId="ADAL" clId="{45DBE282-570A-4094-B93C-C91C1B59ED48}" dt="2023-09-09T06:50:28.521" v="1357" actId="478"/>
          <ac:picMkLst>
            <pc:docMk/>
            <pc:sldMk cId="3756748199" sldId="2134806303"/>
            <ac:picMk id="8" creationId="{00000000-0000-0000-0000-000000000000}"/>
          </ac:picMkLst>
        </pc:picChg>
        <pc:picChg chg="del">
          <ac:chgData name="STEPANCHENKO, D. (Dmitrii)" userId="30c9d29d-ac41-46ff-b2be-c3f5dd1e26e1" providerId="ADAL" clId="{45DBE282-570A-4094-B93C-C91C1B59ED48}" dt="2023-09-09T06:50:28.521" v="1357" actId="478"/>
          <ac:picMkLst>
            <pc:docMk/>
            <pc:sldMk cId="3756748199" sldId="2134806303"/>
            <ac:picMk id="9" creationId="{00000000-0000-0000-0000-000000000000}"/>
          </ac:picMkLst>
        </pc:picChg>
        <pc:picChg chg="add mod">
          <ac:chgData name="STEPANCHENKO, D. (Dmitrii)" userId="30c9d29d-ac41-46ff-b2be-c3f5dd1e26e1" providerId="ADAL" clId="{45DBE282-570A-4094-B93C-C91C1B59ED48}" dt="2023-09-09T06:51:27.987" v="1361" actId="1076"/>
          <ac:picMkLst>
            <pc:docMk/>
            <pc:sldMk cId="3756748199" sldId="2134806303"/>
            <ac:picMk id="11" creationId="{40277774-6046-7F69-7384-AD21F2F6DF2D}"/>
          </ac:picMkLst>
        </pc:picChg>
      </pc:sldChg>
    </pc:docChg>
  </pc:docChgLst>
  <pc:docChgLst>
    <pc:chgData name="STEPANCHENKO, D. (Dmitrii)" userId="30c9d29d-ac41-46ff-b2be-c3f5dd1e26e1" providerId="ADAL" clId="{A46E376F-DF22-46A0-94B0-64DD5535E794}"/>
    <pc:docChg chg="undo custSel delSld modSld modSection">
      <pc:chgData name="STEPANCHENKO, D. (Dmitrii)" userId="30c9d29d-ac41-46ff-b2be-c3f5dd1e26e1" providerId="ADAL" clId="{A46E376F-DF22-46A0-94B0-64DD5535E794}" dt="2023-03-12T09:10:34.517" v="308" actId="478"/>
      <pc:docMkLst>
        <pc:docMk/>
      </pc:docMkLst>
      <pc:sldChg chg="delSp mod">
        <pc:chgData name="STEPANCHENKO, D. (Dmitrii)" userId="30c9d29d-ac41-46ff-b2be-c3f5dd1e26e1" providerId="ADAL" clId="{A46E376F-DF22-46A0-94B0-64DD5535E794}" dt="2023-03-12T09:10:24.192" v="305" actId="478"/>
        <pc:sldMkLst>
          <pc:docMk/>
          <pc:sldMk cId="523865875" sldId="2134806233"/>
        </pc:sldMkLst>
        <pc:spChg chg="del">
          <ac:chgData name="STEPANCHENKO, D. (Dmitrii)" userId="30c9d29d-ac41-46ff-b2be-c3f5dd1e26e1" providerId="ADAL" clId="{A46E376F-DF22-46A0-94B0-64DD5535E794}" dt="2023-03-12T09:10:24.192" v="305" actId="478"/>
          <ac:spMkLst>
            <pc:docMk/>
            <pc:sldMk cId="523865875" sldId="2134806233"/>
            <ac:spMk id="6" creationId="{00000000-0000-0000-0000-000000000000}"/>
          </ac:spMkLst>
        </pc:spChg>
      </pc:sldChg>
      <pc:sldChg chg="delSp mod">
        <pc:chgData name="STEPANCHENKO, D. (Dmitrii)" userId="30c9d29d-ac41-46ff-b2be-c3f5dd1e26e1" providerId="ADAL" clId="{A46E376F-DF22-46A0-94B0-64DD5535E794}" dt="2023-03-12T09:10:27.423" v="306" actId="478"/>
        <pc:sldMkLst>
          <pc:docMk/>
          <pc:sldMk cId="4181444510" sldId="2134806234"/>
        </pc:sldMkLst>
        <pc:spChg chg="del">
          <ac:chgData name="STEPANCHENKO, D. (Dmitrii)" userId="30c9d29d-ac41-46ff-b2be-c3f5dd1e26e1" providerId="ADAL" clId="{A46E376F-DF22-46A0-94B0-64DD5535E794}" dt="2023-03-12T09:10:27.423" v="306" actId="478"/>
          <ac:spMkLst>
            <pc:docMk/>
            <pc:sldMk cId="4181444510" sldId="2134806234"/>
            <ac:spMk id="5" creationId="{00000000-0000-0000-0000-000000000000}"/>
          </ac:spMkLst>
        </pc:spChg>
      </pc:sldChg>
      <pc:sldChg chg="delSp mod">
        <pc:chgData name="STEPANCHENKO, D. (Dmitrii)" userId="30c9d29d-ac41-46ff-b2be-c3f5dd1e26e1" providerId="ADAL" clId="{A46E376F-DF22-46A0-94B0-64DD5535E794}" dt="2023-03-12T09:10:31.168" v="307" actId="478"/>
        <pc:sldMkLst>
          <pc:docMk/>
          <pc:sldMk cId="1199066071" sldId="2134806235"/>
        </pc:sldMkLst>
        <pc:spChg chg="del">
          <ac:chgData name="STEPANCHENKO, D. (Dmitrii)" userId="30c9d29d-ac41-46ff-b2be-c3f5dd1e26e1" providerId="ADAL" clId="{A46E376F-DF22-46A0-94B0-64DD5535E794}" dt="2023-03-12T09:10:31.168" v="307" actId="478"/>
          <ac:spMkLst>
            <pc:docMk/>
            <pc:sldMk cId="1199066071" sldId="2134806235"/>
            <ac:spMk id="9" creationId="{00000000-0000-0000-0000-000000000000}"/>
          </ac:spMkLst>
        </pc:spChg>
      </pc:sldChg>
      <pc:sldChg chg="delSp mod">
        <pc:chgData name="STEPANCHENKO, D. (Dmitrii)" userId="30c9d29d-ac41-46ff-b2be-c3f5dd1e26e1" providerId="ADAL" clId="{A46E376F-DF22-46A0-94B0-64DD5535E794}" dt="2023-03-12T09:10:34.517" v="308" actId="478"/>
        <pc:sldMkLst>
          <pc:docMk/>
          <pc:sldMk cId="2191906551" sldId="2134806236"/>
        </pc:sldMkLst>
        <pc:spChg chg="del">
          <ac:chgData name="STEPANCHENKO, D. (Dmitrii)" userId="30c9d29d-ac41-46ff-b2be-c3f5dd1e26e1" providerId="ADAL" clId="{A46E376F-DF22-46A0-94B0-64DD5535E794}" dt="2023-03-12T09:10:34.517" v="308" actId="478"/>
          <ac:spMkLst>
            <pc:docMk/>
            <pc:sldMk cId="2191906551" sldId="2134806236"/>
            <ac:spMk id="7" creationId="{00000000-0000-0000-0000-000000000000}"/>
          </ac:spMkLst>
        </pc:spChg>
      </pc:sldChg>
      <pc:sldChg chg="addSp delSp mod addAnim delAnim">
        <pc:chgData name="STEPANCHENKO, D. (Dmitrii)" userId="30c9d29d-ac41-46ff-b2be-c3f5dd1e26e1" providerId="ADAL" clId="{A46E376F-DF22-46A0-94B0-64DD5535E794}" dt="2023-03-12T09:09:54.582" v="303" actId="478"/>
        <pc:sldMkLst>
          <pc:docMk/>
          <pc:sldMk cId="705302373" sldId="2134806237"/>
        </pc:sldMkLst>
        <pc:picChg chg="del">
          <ac:chgData name="STEPANCHENKO, D. (Dmitrii)" userId="30c9d29d-ac41-46ff-b2be-c3f5dd1e26e1" providerId="ADAL" clId="{A46E376F-DF22-46A0-94B0-64DD5535E794}" dt="2023-03-12T09:09:54.582" v="303" actId="478"/>
          <ac:picMkLst>
            <pc:docMk/>
            <pc:sldMk cId="705302373" sldId="2134806237"/>
            <ac:picMk id="6" creationId="{00000000-0000-0000-0000-000000000000}"/>
          </ac:picMkLst>
        </pc:picChg>
        <pc:picChg chg="add del">
          <ac:chgData name="STEPANCHENKO, D. (Dmitrii)" userId="30c9d29d-ac41-46ff-b2be-c3f5dd1e26e1" providerId="ADAL" clId="{A46E376F-DF22-46A0-94B0-64DD5535E794}" dt="2023-03-12T09:09:54.582" v="303" actId="478"/>
          <ac:picMkLst>
            <pc:docMk/>
            <pc:sldMk cId="705302373" sldId="2134806237"/>
            <ac:picMk id="7" creationId="{00000000-0000-0000-0000-000000000000}"/>
          </ac:picMkLst>
        </pc:picChg>
        <pc:picChg chg="del">
          <ac:chgData name="STEPANCHENKO, D. (Dmitrii)" userId="30c9d29d-ac41-46ff-b2be-c3f5dd1e26e1" providerId="ADAL" clId="{A46E376F-DF22-46A0-94B0-64DD5535E794}" dt="2023-03-12T09:09:54.582" v="303" actId="478"/>
          <ac:picMkLst>
            <pc:docMk/>
            <pc:sldMk cId="705302373" sldId="2134806237"/>
            <ac:picMk id="8" creationId="{00000000-0000-0000-0000-000000000000}"/>
          </ac:picMkLst>
        </pc:picChg>
      </pc:sldChg>
      <pc:sldChg chg="addSp delSp modSp mod">
        <pc:chgData name="STEPANCHENKO, D. (Dmitrii)" userId="30c9d29d-ac41-46ff-b2be-c3f5dd1e26e1" providerId="ADAL" clId="{A46E376F-DF22-46A0-94B0-64DD5535E794}" dt="2023-03-05T09:52:03.899" v="297" actId="255"/>
        <pc:sldMkLst>
          <pc:docMk/>
          <pc:sldMk cId="1835611520" sldId="2134806253"/>
        </pc:sldMkLst>
        <pc:spChg chg="add mod">
          <ac:chgData name="STEPANCHENKO, D. (Dmitrii)" userId="30c9d29d-ac41-46ff-b2be-c3f5dd1e26e1" providerId="ADAL" clId="{A46E376F-DF22-46A0-94B0-64DD5535E794}" dt="2023-03-05T09:48:59.747" v="90" actId="1036"/>
          <ac:spMkLst>
            <pc:docMk/>
            <pc:sldMk cId="1835611520" sldId="2134806253"/>
            <ac:spMk id="3" creationId="{57E3C188-514D-8407-EC75-1FD858E32EBC}"/>
          </ac:spMkLst>
        </pc:spChg>
        <pc:spChg chg="add mod">
          <ac:chgData name="STEPANCHENKO, D. (Dmitrii)" userId="30c9d29d-ac41-46ff-b2be-c3f5dd1e26e1" providerId="ADAL" clId="{A46E376F-DF22-46A0-94B0-64DD5535E794}" dt="2023-03-05T09:45:38.005" v="71" actId="14100"/>
          <ac:spMkLst>
            <pc:docMk/>
            <pc:sldMk cId="1835611520" sldId="2134806253"/>
            <ac:spMk id="5" creationId="{66EEEC07-6B90-5F39-02DF-A1B96BDFAD56}"/>
          </ac:spMkLst>
        </pc:spChg>
        <pc:spChg chg="mod">
          <ac:chgData name="STEPANCHENKO, D. (Dmitrii)" userId="30c9d29d-ac41-46ff-b2be-c3f5dd1e26e1" providerId="ADAL" clId="{A46E376F-DF22-46A0-94B0-64DD5535E794}" dt="2023-03-05T09:52:03.899" v="297" actId="255"/>
          <ac:spMkLst>
            <pc:docMk/>
            <pc:sldMk cId="1835611520" sldId="2134806253"/>
            <ac:spMk id="7" creationId="{00000000-0000-0000-0000-000000000000}"/>
          </ac:spMkLst>
        </pc:spChg>
        <pc:spChg chg="add del mod">
          <ac:chgData name="STEPANCHENKO, D. (Dmitrii)" userId="30c9d29d-ac41-46ff-b2be-c3f5dd1e26e1" providerId="ADAL" clId="{A46E376F-DF22-46A0-94B0-64DD5535E794}" dt="2023-03-05T09:48:22.607" v="79" actId="11529"/>
          <ac:spMkLst>
            <pc:docMk/>
            <pc:sldMk cId="1835611520" sldId="2134806253"/>
            <ac:spMk id="10" creationId="{6CC58AC0-2C97-F6EA-E689-ED7109221989}"/>
          </ac:spMkLst>
        </pc:spChg>
        <pc:spChg chg="add del">
          <ac:chgData name="STEPANCHENKO, D. (Dmitrii)" userId="30c9d29d-ac41-46ff-b2be-c3f5dd1e26e1" providerId="ADAL" clId="{A46E376F-DF22-46A0-94B0-64DD5535E794}" dt="2023-03-05T09:48:32.197" v="81" actId="11529"/>
          <ac:spMkLst>
            <pc:docMk/>
            <pc:sldMk cId="1835611520" sldId="2134806253"/>
            <ac:spMk id="11" creationId="{ABCFCAFA-4D17-8B9E-8074-D13F609B752E}"/>
          </ac:spMkLst>
        </pc:spChg>
        <pc:spChg chg="add mod">
          <ac:chgData name="STEPANCHENKO, D. (Dmitrii)" userId="30c9d29d-ac41-46ff-b2be-c3f5dd1e26e1" providerId="ADAL" clId="{A46E376F-DF22-46A0-94B0-64DD5535E794}" dt="2023-03-05T09:48:48.633" v="83" actId="208"/>
          <ac:spMkLst>
            <pc:docMk/>
            <pc:sldMk cId="1835611520" sldId="2134806253"/>
            <ac:spMk id="12" creationId="{080E4B88-5CBA-8A77-F328-A307DEF45841}"/>
          </ac:spMkLst>
        </pc:spChg>
        <pc:spChg chg="add mod">
          <ac:chgData name="STEPANCHENKO, D. (Dmitrii)" userId="30c9d29d-ac41-46ff-b2be-c3f5dd1e26e1" providerId="ADAL" clId="{A46E376F-DF22-46A0-94B0-64DD5535E794}" dt="2023-03-05T09:51:45.744" v="295" actId="1076"/>
          <ac:spMkLst>
            <pc:docMk/>
            <pc:sldMk cId="1835611520" sldId="2134806253"/>
            <ac:spMk id="13" creationId="{BAB8A44E-FF83-7731-F65C-EA2F72CA8EB2}"/>
          </ac:spMkLst>
        </pc:spChg>
        <pc:graphicFrameChg chg="modGraphic">
          <ac:chgData name="STEPANCHENKO, D. (Dmitrii)" userId="30c9d29d-ac41-46ff-b2be-c3f5dd1e26e1" providerId="ADAL" clId="{A46E376F-DF22-46A0-94B0-64DD5535E794}" dt="2023-03-05T09:50:13.958" v="178" actId="207"/>
          <ac:graphicFrameMkLst>
            <pc:docMk/>
            <pc:sldMk cId="1835611520" sldId="2134806253"/>
            <ac:graphicFrameMk id="6" creationId="{00000000-0000-0000-0000-000000000000}"/>
          </ac:graphicFrameMkLst>
        </pc:graphicFrameChg>
        <pc:cxnChg chg="add del">
          <ac:chgData name="STEPANCHENKO, D. (Dmitrii)" userId="30c9d29d-ac41-46ff-b2be-c3f5dd1e26e1" providerId="ADAL" clId="{A46E376F-DF22-46A0-94B0-64DD5535E794}" dt="2023-03-05T09:47:53.289" v="73" actId="478"/>
          <ac:cxnSpMkLst>
            <pc:docMk/>
            <pc:sldMk cId="1835611520" sldId="2134806253"/>
            <ac:cxnSpMk id="9" creationId="{061AAB25-2D2E-A4CF-E7DB-DDA41608FC24}"/>
          </ac:cxnSpMkLst>
        </pc:cxnChg>
      </pc:sldChg>
      <pc:sldChg chg="del">
        <pc:chgData name="STEPANCHENKO, D. (Dmitrii)" userId="30c9d29d-ac41-46ff-b2be-c3f5dd1e26e1" providerId="ADAL" clId="{A46E376F-DF22-46A0-94B0-64DD5535E794}" dt="2023-03-12T09:09:37.795" v="300" actId="47"/>
        <pc:sldMkLst>
          <pc:docMk/>
          <pc:sldMk cId="960658935" sldId="2134806259"/>
        </pc:sldMkLst>
      </pc:sldChg>
      <pc:sldChg chg="modSp mod">
        <pc:chgData name="STEPANCHENKO, D. (Dmitrii)" userId="30c9d29d-ac41-46ff-b2be-c3f5dd1e26e1" providerId="ADAL" clId="{A46E376F-DF22-46A0-94B0-64DD5535E794}" dt="2023-03-05T09:39:57.059" v="61" actId="20577"/>
        <pc:sldMkLst>
          <pc:docMk/>
          <pc:sldMk cId="4258743346" sldId="2134806294"/>
        </pc:sldMkLst>
        <pc:spChg chg="mod">
          <ac:chgData name="STEPANCHENKO, D. (Dmitrii)" userId="30c9d29d-ac41-46ff-b2be-c3f5dd1e26e1" providerId="ADAL" clId="{A46E376F-DF22-46A0-94B0-64DD5535E794}" dt="2023-03-05T09:39:57.059" v="61" actId="20577"/>
          <ac:spMkLst>
            <pc:docMk/>
            <pc:sldMk cId="4258743346" sldId="2134806294"/>
            <ac:spMk id="4" creationId="{81BD1123-3626-1C45-BF5B-1C1864FA8AFA}"/>
          </ac:spMkLst>
        </pc:spChg>
      </pc:sldChg>
      <pc:sldChg chg="delSp mod">
        <pc:chgData name="STEPANCHENKO, D. (Dmitrii)" userId="30c9d29d-ac41-46ff-b2be-c3f5dd1e26e1" providerId="ADAL" clId="{A46E376F-DF22-46A0-94B0-64DD5535E794}" dt="2023-03-12T09:10:09.360" v="304" actId="478"/>
        <pc:sldMkLst>
          <pc:docMk/>
          <pc:sldMk cId="443192384" sldId="2134806295"/>
        </pc:sldMkLst>
        <pc:spChg chg="del">
          <ac:chgData name="STEPANCHENKO, D. (Dmitrii)" userId="30c9d29d-ac41-46ff-b2be-c3f5dd1e26e1" providerId="ADAL" clId="{A46E376F-DF22-46A0-94B0-64DD5535E794}" dt="2023-03-12T09:10:09.360" v="304" actId="478"/>
          <ac:spMkLst>
            <pc:docMk/>
            <pc:sldMk cId="443192384" sldId="2134806295"/>
            <ac:spMk id="8" creationId="{00000000-0000-0000-0000-000000000000}"/>
          </ac:spMkLst>
        </pc:spChg>
      </pc:sldChg>
      <pc:sldChg chg="delSp mod">
        <pc:chgData name="STEPANCHENKO, D. (Dmitrii)" userId="30c9d29d-ac41-46ff-b2be-c3f5dd1e26e1" providerId="ADAL" clId="{A46E376F-DF22-46A0-94B0-64DD5535E794}" dt="2023-03-12T09:05:12.147" v="299" actId="478"/>
        <pc:sldMkLst>
          <pc:docMk/>
          <pc:sldMk cId="3749502249" sldId="2134806296"/>
        </pc:sldMkLst>
        <pc:spChg chg="del">
          <ac:chgData name="STEPANCHENKO, D. (Dmitrii)" userId="30c9d29d-ac41-46ff-b2be-c3f5dd1e26e1" providerId="ADAL" clId="{A46E376F-DF22-46A0-94B0-64DD5535E794}" dt="2023-03-12T09:05:12.147" v="299" actId="478"/>
          <ac:spMkLst>
            <pc:docMk/>
            <pc:sldMk cId="3749502249" sldId="2134806296"/>
            <ac:spMk id="7" creationId="{00000000-0000-0000-0000-000000000000}"/>
          </ac:spMkLst>
        </pc:spChg>
        <pc:spChg chg="del">
          <ac:chgData name="STEPANCHENKO, D. (Dmitrii)" userId="30c9d29d-ac41-46ff-b2be-c3f5dd1e26e1" providerId="ADAL" clId="{A46E376F-DF22-46A0-94B0-64DD5535E794}" dt="2023-03-12T09:04:46.896" v="298" actId="478"/>
          <ac:spMkLst>
            <pc:docMk/>
            <pc:sldMk cId="3749502249" sldId="2134806296"/>
            <ac:spMk id="8" creationId="{00000000-0000-0000-0000-000000000000}"/>
          </ac:spMkLst>
        </pc:spChg>
      </pc:sldChg>
      <pc:sldChg chg="del">
        <pc:chgData name="STEPANCHENKO, D. (Dmitrii)" userId="30c9d29d-ac41-46ff-b2be-c3f5dd1e26e1" providerId="ADAL" clId="{A46E376F-DF22-46A0-94B0-64DD5535E794}" dt="2023-03-12T09:09:37.795" v="300" actId="47"/>
        <pc:sldMkLst>
          <pc:docMk/>
          <pc:sldMk cId="2637604913" sldId="2134806298"/>
        </pc:sldMkLst>
      </pc:sldChg>
    </pc:docChg>
  </pc:docChgLst>
  <pc:docChgLst>
    <pc:chgData name="STEPANCHENKO, D. (Dmitrii)" userId="30c9d29d-ac41-46ff-b2be-c3f5dd1e26e1" providerId="ADAL" clId="{E2A74370-ECEA-4007-8E00-ECE3739F34F4}"/>
    <pc:docChg chg="undo custSel addSld modSld sldOrd modSection">
      <pc:chgData name="STEPANCHENKO, D. (Dmitrii)" userId="30c9d29d-ac41-46ff-b2be-c3f5dd1e26e1" providerId="ADAL" clId="{E2A74370-ECEA-4007-8E00-ECE3739F34F4}" dt="2023-05-26T08:41:51.784" v="125"/>
      <pc:docMkLst>
        <pc:docMk/>
      </pc:docMkLst>
      <pc:sldChg chg="add">
        <pc:chgData name="STEPANCHENKO, D. (Dmitrii)" userId="30c9d29d-ac41-46ff-b2be-c3f5dd1e26e1" providerId="ADAL" clId="{E2A74370-ECEA-4007-8E00-ECE3739F34F4}" dt="2023-05-19T14:54:13.976" v="112"/>
        <pc:sldMkLst>
          <pc:docMk/>
          <pc:sldMk cId="1432657209" sldId="274"/>
        </pc:sldMkLst>
      </pc:sldChg>
      <pc:sldChg chg="addSp delSp modSp mod">
        <pc:chgData name="STEPANCHENKO, D. (Dmitrii)" userId="30c9d29d-ac41-46ff-b2be-c3f5dd1e26e1" providerId="ADAL" clId="{E2A74370-ECEA-4007-8E00-ECE3739F34F4}" dt="2023-05-19T14:18:48.315" v="4" actId="14100"/>
        <pc:sldMkLst>
          <pc:docMk/>
          <pc:sldMk cId="132061344" sldId="2134806239"/>
        </pc:sldMkLst>
        <pc:picChg chg="add mod">
          <ac:chgData name="STEPANCHENKO, D. (Dmitrii)" userId="30c9d29d-ac41-46ff-b2be-c3f5dd1e26e1" providerId="ADAL" clId="{E2A74370-ECEA-4007-8E00-ECE3739F34F4}" dt="2023-05-19T14:18:48.315" v="4" actId="14100"/>
          <ac:picMkLst>
            <pc:docMk/>
            <pc:sldMk cId="132061344" sldId="2134806239"/>
            <ac:picMk id="3" creationId="{740F7AC8-E87A-334F-56AC-8F208BE4A3C6}"/>
          </ac:picMkLst>
        </pc:picChg>
        <pc:picChg chg="del">
          <ac:chgData name="STEPANCHENKO, D. (Dmitrii)" userId="30c9d29d-ac41-46ff-b2be-c3f5dd1e26e1" providerId="ADAL" clId="{E2A74370-ECEA-4007-8E00-ECE3739F34F4}" dt="2023-05-19T14:18:40.287" v="1" actId="478"/>
          <ac:picMkLst>
            <pc:docMk/>
            <pc:sldMk cId="132061344" sldId="2134806239"/>
            <ac:picMk id="8" creationId="{00000000-0000-0000-0000-000000000000}"/>
          </ac:picMkLst>
        </pc:picChg>
      </pc:sldChg>
      <pc:sldChg chg="ord">
        <pc:chgData name="STEPANCHENKO, D. (Dmitrii)" userId="30c9d29d-ac41-46ff-b2be-c3f5dd1e26e1" providerId="ADAL" clId="{E2A74370-ECEA-4007-8E00-ECE3739F34F4}" dt="2023-05-19T14:54:24.609" v="114"/>
        <pc:sldMkLst>
          <pc:docMk/>
          <pc:sldMk cId="1151731884" sldId="2134806251"/>
        </pc:sldMkLst>
      </pc:sldChg>
      <pc:sldChg chg="modSp mod">
        <pc:chgData name="STEPANCHENKO, D. (Dmitrii)" userId="30c9d29d-ac41-46ff-b2be-c3f5dd1e26e1" providerId="ADAL" clId="{E2A74370-ECEA-4007-8E00-ECE3739F34F4}" dt="2023-05-26T08:41:38.921" v="117" actId="20577"/>
        <pc:sldMkLst>
          <pc:docMk/>
          <pc:sldMk cId="4197033276" sldId="2134806262"/>
        </pc:sldMkLst>
        <pc:spChg chg="mod">
          <ac:chgData name="STEPANCHENKO, D. (Dmitrii)" userId="30c9d29d-ac41-46ff-b2be-c3f5dd1e26e1" providerId="ADAL" clId="{E2A74370-ECEA-4007-8E00-ECE3739F34F4}" dt="2023-05-26T08:41:38.921" v="117" actId="20577"/>
          <ac:spMkLst>
            <pc:docMk/>
            <pc:sldMk cId="4197033276" sldId="2134806262"/>
            <ac:spMk id="7" creationId="{00000000-0000-0000-0000-000000000000}"/>
          </ac:spMkLst>
        </pc:spChg>
      </pc:sldChg>
      <pc:sldChg chg="addSp modSp new mod">
        <pc:chgData name="STEPANCHENKO, D. (Dmitrii)" userId="30c9d29d-ac41-46ff-b2be-c3f5dd1e26e1" providerId="ADAL" clId="{E2A74370-ECEA-4007-8E00-ECE3739F34F4}" dt="2023-05-19T14:52:45.872" v="111" actId="20577"/>
        <pc:sldMkLst>
          <pc:docMk/>
          <pc:sldMk cId="2227261000" sldId="2134806300"/>
        </pc:sldMkLst>
        <pc:spChg chg="add mod">
          <ac:chgData name="STEPANCHENKO, D. (Dmitrii)" userId="30c9d29d-ac41-46ff-b2be-c3f5dd1e26e1" providerId="ADAL" clId="{E2A74370-ECEA-4007-8E00-ECE3739F34F4}" dt="2023-05-19T14:47:57.961" v="18" actId="20577"/>
          <ac:spMkLst>
            <pc:docMk/>
            <pc:sldMk cId="2227261000" sldId="2134806300"/>
            <ac:spMk id="3" creationId="{FA466E32-3063-BF77-7E68-6B2D86CEFC52}"/>
          </ac:spMkLst>
        </pc:spChg>
        <pc:spChg chg="add mod">
          <ac:chgData name="STEPANCHENKO, D. (Dmitrii)" userId="30c9d29d-ac41-46ff-b2be-c3f5dd1e26e1" providerId="ADAL" clId="{E2A74370-ECEA-4007-8E00-ECE3739F34F4}" dt="2023-05-19T14:52:45.872" v="111" actId="20577"/>
          <ac:spMkLst>
            <pc:docMk/>
            <pc:sldMk cId="2227261000" sldId="2134806300"/>
            <ac:spMk id="5" creationId="{19C65322-C578-69FA-F36D-633B6B4A24A1}"/>
          </ac:spMkLst>
        </pc:spChg>
      </pc:sldChg>
      <pc:sldChg chg="addSp delSp modSp new mod">
        <pc:chgData name="STEPANCHENKO, D. (Dmitrii)" userId="30c9d29d-ac41-46ff-b2be-c3f5dd1e26e1" providerId="ADAL" clId="{E2A74370-ECEA-4007-8E00-ECE3739F34F4}" dt="2023-05-26T08:41:51.784" v="125"/>
        <pc:sldMkLst>
          <pc:docMk/>
          <pc:sldMk cId="588587242" sldId="2134806301"/>
        </pc:sldMkLst>
        <pc:spChg chg="del">
          <ac:chgData name="STEPANCHENKO, D. (Dmitrii)" userId="30c9d29d-ac41-46ff-b2be-c3f5dd1e26e1" providerId="ADAL" clId="{E2A74370-ECEA-4007-8E00-ECE3739F34F4}" dt="2023-05-26T08:41:43.595" v="119" actId="478"/>
          <ac:spMkLst>
            <pc:docMk/>
            <pc:sldMk cId="588587242" sldId="2134806301"/>
            <ac:spMk id="2" creationId="{A4B9542D-1258-94E0-76D6-3631605DDCE2}"/>
          </ac:spMkLst>
        </pc:spChg>
        <pc:spChg chg="del">
          <ac:chgData name="STEPANCHENKO, D. (Dmitrii)" userId="30c9d29d-ac41-46ff-b2be-c3f5dd1e26e1" providerId="ADAL" clId="{E2A74370-ECEA-4007-8E00-ECE3739F34F4}" dt="2023-05-26T08:41:43.595" v="119" actId="478"/>
          <ac:spMkLst>
            <pc:docMk/>
            <pc:sldMk cId="588587242" sldId="2134806301"/>
            <ac:spMk id="3" creationId="{3A080DE1-1EC6-32B9-9181-8293DB0E7E80}"/>
          </ac:spMkLst>
        </pc:spChg>
        <pc:graphicFrameChg chg="add del mod modGraphic">
          <ac:chgData name="STEPANCHENKO, D. (Dmitrii)" userId="30c9d29d-ac41-46ff-b2be-c3f5dd1e26e1" providerId="ADAL" clId="{E2A74370-ECEA-4007-8E00-ECE3739F34F4}" dt="2023-05-26T08:41:51.784" v="125"/>
          <ac:graphicFrameMkLst>
            <pc:docMk/>
            <pc:sldMk cId="588587242" sldId="2134806301"/>
            <ac:graphicFrameMk id="5" creationId="{B0B323BC-D61B-A139-802F-8477282D0EF5}"/>
          </ac:graphicFrameMkLst>
        </pc:graphicFrameChg>
      </pc:sldChg>
    </pc:docChg>
  </pc:docChgLst>
  <pc:docChgLst>
    <pc:chgData name="STEPANCHENKO, D. (Dmitrii)" userId="30c9d29d-ac41-46ff-b2be-c3f5dd1e26e1" providerId="ADAL" clId="{D6FE787B-0240-4743-AABA-EBFF257178E1}"/>
    <pc:docChg chg="undo custSel modSld">
      <pc:chgData name="STEPANCHENKO, D. (Dmitrii)" userId="30c9d29d-ac41-46ff-b2be-c3f5dd1e26e1" providerId="ADAL" clId="{D6FE787B-0240-4743-AABA-EBFF257178E1}" dt="2023-06-20T07:45:14.428" v="9" actId="1076"/>
      <pc:docMkLst>
        <pc:docMk/>
      </pc:docMkLst>
      <pc:sldChg chg="modSp mod">
        <pc:chgData name="STEPANCHENKO, D. (Dmitrii)" userId="30c9d29d-ac41-46ff-b2be-c3f5dd1e26e1" providerId="ADAL" clId="{D6FE787B-0240-4743-AABA-EBFF257178E1}" dt="2023-06-20T07:45:14.428" v="9" actId="1076"/>
        <pc:sldMkLst>
          <pc:docMk/>
          <pc:sldMk cId="3749987745" sldId="2134806280"/>
        </pc:sldMkLst>
        <pc:spChg chg="mod">
          <ac:chgData name="STEPANCHENKO, D. (Dmitrii)" userId="30c9d29d-ac41-46ff-b2be-c3f5dd1e26e1" providerId="ADAL" clId="{D6FE787B-0240-4743-AABA-EBFF257178E1}" dt="2023-06-20T07:45:14.428" v="9" actId="1076"/>
          <ac:spMkLst>
            <pc:docMk/>
            <pc:sldMk cId="3749987745" sldId="2134806280"/>
            <ac:spMk id="3" creationId="{81BD1123-3626-1C45-BF5B-1C1864FA8AFA}"/>
          </ac:spMkLst>
        </pc:spChg>
        <pc:picChg chg="mod">
          <ac:chgData name="STEPANCHENKO, D. (Dmitrii)" userId="30c9d29d-ac41-46ff-b2be-c3f5dd1e26e1" providerId="ADAL" clId="{D6FE787B-0240-4743-AABA-EBFF257178E1}" dt="2023-06-20T07:45:13.556" v="6" actId="1076"/>
          <ac:picMkLst>
            <pc:docMk/>
            <pc:sldMk cId="3749987745" sldId="2134806280"/>
            <ac:picMk id="19" creationId="{00000000-0000-0000-0000-000000000000}"/>
          </ac:picMkLst>
        </pc:picChg>
        <pc:picChg chg="mod">
          <ac:chgData name="STEPANCHENKO, D. (Dmitrii)" userId="30c9d29d-ac41-46ff-b2be-c3f5dd1e26e1" providerId="ADAL" clId="{D6FE787B-0240-4743-AABA-EBFF257178E1}" dt="2023-06-20T07:45:13.405" v="5" actId="1076"/>
          <ac:picMkLst>
            <pc:docMk/>
            <pc:sldMk cId="3749987745" sldId="2134806280"/>
            <ac:picMk id="21" creationId="{00000000-0000-0000-0000-000000000000}"/>
          </ac:picMkLst>
        </pc:picChg>
        <pc:picChg chg="mod">
          <ac:chgData name="STEPANCHENKO, D. (Dmitrii)" userId="30c9d29d-ac41-46ff-b2be-c3f5dd1e26e1" providerId="ADAL" clId="{D6FE787B-0240-4743-AABA-EBFF257178E1}" dt="2023-06-20T07:45:13.986" v="8" actId="1076"/>
          <ac:picMkLst>
            <pc:docMk/>
            <pc:sldMk cId="3749987745" sldId="2134806280"/>
            <ac:picMk id="22" creationId="{00000000-0000-0000-0000-000000000000}"/>
          </ac:picMkLst>
        </pc:picChg>
      </pc:sldChg>
    </pc:docChg>
  </pc:docChgLst>
  <pc:docChgLst>
    <pc:chgData name="STEPANCHENKO, D. (Dmitrii)" userId="30c9d29d-ac41-46ff-b2be-c3f5dd1e26e1" providerId="ADAL" clId="{EEC99880-BAC1-49F4-80D7-BEDB9A2E3AE4}"/>
    <pc:docChg chg="addSld delSld modSld">
      <pc:chgData name="STEPANCHENKO, D. (Dmitrii)" userId="30c9d29d-ac41-46ff-b2be-c3f5dd1e26e1" providerId="ADAL" clId="{EEC99880-BAC1-49F4-80D7-BEDB9A2E3AE4}" dt="2023-07-07T13:39:15.872" v="1"/>
      <pc:docMkLst>
        <pc:docMk/>
      </pc:docMkLst>
      <pc:sldChg chg="add del">
        <pc:chgData name="STEPANCHENKO, D. (Dmitrii)" userId="30c9d29d-ac41-46ff-b2be-c3f5dd1e26e1" providerId="ADAL" clId="{EEC99880-BAC1-49F4-80D7-BEDB9A2E3AE4}" dt="2023-07-07T13:39:15.872" v="1"/>
        <pc:sldMkLst>
          <pc:docMk/>
          <pc:sldMk cId="1593989515" sldId="21348063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97180D7-B1F7-0C4C-AC17-93CEAA5937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A64E4E00-8D2E-D84B-8088-45B873471C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3AF864-2CD3-6048-8DC4-485EC2838207}" type="datetimeFigureOut">
              <a:rPr lang="ru-RU" smtClean="0"/>
              <a:t>23.01.2026</a:t>
            </a:fld>
            <a:endParaRPr lang="ru-RU"/>
          </a:p>
        </p:txBody>
      </p:sp>
      <p:sp>
        <p:nvSpPr>
          <p:cNvPr id="4" name="Нижний колонтитул 3">
            <a:extLst>
              <a:ext uri="{FF2B5EF4-FFF2-40B4-BE49-F238E27FC236}">
                <a16:creationId xmlns:a16="http://schemas.microsoft.com/office/drawing/2014/main" id="{FC1EED8B-FB1F-374B-ABD1-FD309C613C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12C18920-3B0C-8641-A550-47892747AAC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1EF4A4-1C9C-8547-8028-E591E942DEB1}" type="slidenum">
              <a:rPr lang="ru-RU" smtClean="0"/>
              <a:t>‹#›</a:t>
            </a:fld>
            <a:endParaRPr lang="ru-RU"/>
          </a:p>
        </p:txBody>
      </p:sp>
    </p:spTree>
    <p:extLst>
      <p:ext uri="{BB962C8B-B14F-4D97-AF65-F5344CB8AC3E}">
        <p14:creationId xmlns:p14="http://schemas.microsoft.com/office/powerpoint/2010/main" val="16230105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3A9580-5DD1-2F48-9402-1A45898D33DB}" type="datetimeFigureOut">
              <a:rPr lang="ru-RU" smtClean="0"/>
              <a:t>23.01.2026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A977D-FD21-5343-9077-4BC06D1F8CA3}" type="slidenum">
              <a:rPr lang="ru-RU" smtClean="0"/>
              <a:t>‹#›</a:t>
            </a:fld>
            <a:endParaRPr lang="ru-RU"/>
          </a:p>
        </p:txBody>
      </p:sp>
    </p:spTree>
    <p:extLst>
      <p:ext uri="{BB962C8B-B14F-4D97-AF65-F5344CB8AC3E}">
        <p14:creationId xmlns:p14="http://schemas.microsoft.com/office/powerpoint/2010/main" val="65386979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658A19E8-1BAA-459D-A376-D021A4178285}" type="slidenum">
              <a:rPr lang="en-NL" smtClean="0"/>
              <a:t>4</a:t>
            </a:fld>
            <a:endParaRPr lang="en-NL"/>
          </a:p>
        </p:txBody>
      </p:sp>
    </p:spTree>
    <p:extLst>
      <p:ext uri="{BB962C8B-B14F-4D97-AF65-F5344CB8AC3E}">
        <p14:creationId xmlns:p14="http://schemas.microsoft.com/office/powerpoint/2010/main" val="4273735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6995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Tree>
    <p:extLst>
      <p:ext uri="{BB962C8B-B14F-4D97-AF65-F5344CB8AC3E}">
        <p14:creationId xmlns:p14="http://schemas.microsoft.com/office/powerpoint/2010/main" val="36365830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http://8FB5843F48046975B704222F29D426D5.dms.sberbank.ru/8FB5843F48046975B704222F29D426D5-92DCC9725E0A03BFCF87C98938EC5031-F580345CCB2E5D2A12308062CC9D6F08/1.png"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http://93A7C4B339CCDD211E158032049A3A49.dms.sberbank.ru/93A7C4B339CCDD211E158032049A3A49-048609E64F524779FACC06A290525D57-028113238EC6D8AC5E862ACF66077798/1.png" TargetMode="Externa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http://93A7C4B339CCDD211E158032049A3A49.dms.sberbank.ru/93A7C4B339CCDD211E158032049A3A49-048609E64F524779FACC06A290525D57-028113238EC6D8AC5E862ACF66077798/1.png" TargetMode="External"/><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2" Type="http://schemas.openxmlformats.org/officeDocument/2006/relationships/image" Target="http://05311BFB0B7396CBCF59420FADC09062.dms.sberbank.ru/05311BFB0B7396CBCF59420FADC09062-A3706015402A346BAE2C7E4161CEDD42-AA08E215F1EBA7C368CDE302EC67DC4F/1.png" TargetMode="External"/><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2" Type="http://schemas.openxmlformats.org/officeDocument/2006/relationships/image" Target="http://5A9FAA11343EC11A72E306E41DBDD243.dms.sberbank.ru/5A9FAA11343EC11A72E306E41DBDD243-A3706015402A346BAE2C7E4161CEDD42-987C501349EFC4DC33B3E324BF534CB5/1.png" TargetMode="External"/><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2" Type="http://schemas.openxmlformats.org/officeDocument/2006/relationships/image" Target="http://5A9FAA11343EC11A72E306E41DBDD243.dms.sberbank.ru/5A9FAA11343EC11A72E306E41DBDD243-A3706015402A346BAE2C7E4161CEDD42-987C501349EFC4DC33B3E324BF534CB5/1.png" TargetMode="External"/><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2" Type="http://schemas.openxmlformats.org/officeDocument/2006/relationships/image" Target="http://5A9FAA11343EC11A72E306E41DBDD243.dms.sberbank.ru/5A9FAA11343EC11A72E306E41DBDD243-A3706015402A346BAE2C7E4161CEDD42-987C501349EFC4DC33B3E324BF534CB5/1.png" TargetMode="External"/><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http://05311BFB0B7396CBCF59420FADC09062.dms.sberbank.ru/05311BFB0B7396CBCF59420FADC09062-A43BE17F84EBF8A14D2FBB31548AE660-EA03F1F07397044467A7D5A37B53EE79/1.png" TargetMode="External"/><Relationship Id="rId5" Type="http://schemas.openxmlformats.org/officeDocument/2006/relationships/image" Target="NULL"/><Relationship Id="rId4" Type="http://schemas.openxmlformats.org/officeDocument/2006/relationships/oleObject" Target="../embeddings/oleObject6.bin"/></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7.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0.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28.png"/><Relationship Id="rId5" Type="http://schemas.openxmlformats.org/officeDocument/2006/relationships/image" Target="../media/image16.png"/><Relationship Id="rId15" Type="http://schemas.openxmlformats.org/officeDocument/2006/relationships/image" Target="../media/image33.png"/><Relationship Id="rId10"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24.png"/><Relationship Id="rId14" Type="http://schemas.openxmlformats.org/officeDocument/2006/relationships/image" Target="../media/image36.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30.png"/><Relationship Id="rId5" Type="http://schemas.openxmlformats.org/officeDocument/2006/relationships/image" Target="../media/image16.png"/><Relationship Id="rId1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30.png"/><Relationship Id="rId5" Type="http://schemas.openxmlformats.org/officeDocument/2006/relationships/image" Target="../media/image16.png"/><Relationship Id="rId15" Type="http://schemas.openxmlformats.org/officeDocument/2006/relationships/image" Target="../media/image29.png"/><Relationship Id="rId10"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24.png"/><Relationship Id="rId14" Type="http://schemas.openxmlformats.org/officeDocument/2006/relationships/image" Target="../media/image36.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2.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20.png"/><Relationship Id="rId11" Type="http://schemas.openxmlformats.org/officeDocument/2006/relationships/image" Target="../media/image30.png"/><Relationship Id="rId5" Type="http://schemas.openxmlformats.org/officeDocument/2006/relationships/image" Target="../media/image18.png"/><Relationship Id="rId15" Type="http://schemas.openxmlformats.org/officeDocument/2006/relationships/image" Target="../media/image17.png"/><Relationship Id="rId10"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2.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20.png"/><Relationship Id="rId11" Type="http://schemas.openxmlformats.org/officeDocument/2006/relationships/image" Target="../media/image30.png"/><Relationship Id="rId5" Type="http://schemas.openxmlformats.org/officeDocument/2006/relationships/image" Target="../media/image18.png"/><Relationship Id="rId15" Type="http://schemas.openxmlformats.org/officeDocument/2006/relationships/image" Target="../media/image15.png"/><Relationship Id="rId10"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4.png"/><Relationship Id="rId7" Type="http://schemas.openxmlformats.org/officeDocument/2006/relationships/image" Target="../media/image22.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ABD1954582B367FE0B5E580EEE7824CD/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20.png"/><Relationship Id="rId11" Type="http://schemas.openxmlformats.org/officeDocument/2006/relationships/image" Target="../media/image30.png"/><Relationship Id="rId5" Type="http://schemas.openxmlformats.org/officeDocument/2006/relationships/image" Target="../media/image18.png"/><Relationship Id="rId15" Type="http://schemas.openxmlformats.org/officeDocument/2006/relationships/image" Target="../media/image13.png"/><Relationship Id="rId10"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4.png"/><Relationship Id="rId7" Type="http://schemas.openxmlformats.org/officeDocument/2006/relationships/image" Target="../media/image22.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2.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20.png"/><Relationship Id="rId11" Type="http://schemas.openxmlformats.org/officeDocument/2006/relationships/image" Target="../media/image30.png"/><Relationship Id="rId5" Type="http://schemas.openxmlformats.org/officeDocument/2006/relationships/image" Target="../media/image18.png"/><Relationship Id="rId15" Type="http://schemas.openxmlformats.org/officeDocument/2006/relationships/image" Target="../media/image11.png"/><Relationship Id="rId10"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2.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30.png"/><Relationship Id="rId5" Type="http://schemas.openxmlformats.org/officeDocument/2006/relationships/image" Target="../media/image16.png"/><Relationship Id="rId15" Type="http://schemas.openxmlformats.org/officeDocument/2006/relationships/image" Target="../media/image21.png"/><Relationship Id="rId10"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30.png"/><Relationship Id="rId5" Type="http://schemas.openxmlformats.org/officeDocument/2006/relationships/image" Target="../media/image16.png"/><Relationship Id="rId1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2.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20.png"/><Relationship Id="rId11" Type="http://schemas.openxmlformats.org/officeDocument/2006/relationships/image" Target="../media/image30.png"/><Relationship Id="rId5" Type="http://schemas.openxmlformats.org/officeDocument/2006/relationships/image" Target="../media/image16.png"/><Relationship Id="rId15" Type="http://schemas.openxmlformats.org/officeDocument/2006/relationships/image" Target="../media/image19.png"/><Relationship Id="rId10"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26.png"/><Relationship Id="rId14" Type="http://schemas.openxmlformats.org/officeDocument/2006/relationships/image" Target="../media/image36.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30.png"/><Relationship Id="rId5" Type="http://schemas.openxmlformats.org/officeDocument/2006/relationships/image" Target="../media/image16.png"/><Relationship Id="rId15" Type="http://schemas.openxmlformats.org/officeDocument/2006/relationships/image" Target="../media/image27.png"/><Relationship Id="rId10"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24.png"/><Relationship Id="rId14" Type="http://schemas.openxmlformats.org/officeDocument/2006/relationships/image" Target="../media/image36.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2.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28.png"/><Relationship Id="rId5" Type="http://schemas.openxmlformats.org/officeDocument/2006/relationships/image" Target="../media/image16.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24.png"/><Relationship Id="rId14" Type="http://schemas.openxmlformats.org/officeDocument/2006/relationships/image" Target="../media/image36.pn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2.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0.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28.png"/><Relationship Id="rId5" Type="http://schemas.openxmlformats.org/officeDocument/2006/relationships/image" Target="../media/image16.png"/><Relationship Id="rId15" Type="http://schemas.openxmlformats.org/officeDocument/2006/relationships/image" Target="../media/image35.png"/><Relationship Id="rId10"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24.png"/><Relationship Id="rId14" Type="http://schemas.openxmlformats.org/officeDocument/2006/relationships/image" Target="../media/image36.pn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2.png"/><Relationship Id="rId3" Type="http://schemas.openxmlformats.org/officeDocument/2006/relationships/image" Target="../media/image12.png"/><Relationship Id="rId7" Type="http://schemas.openxmlformats.org/officeDocument/2006/relationships/image" Target="../media/image20.png"/><Relationship Id="rId12" Type="http://schemas.openxmlformats.org/officeDocument/2006/relationships/image" Target="../media/image30.png"/><Relationship Id="rId17" Type="http://schemas.openxmlformats.org/officeDocument/2006/relationships/image" Target="http://C19E03B9ACCBFA56DC6DEDE59F81EABF.dms.sberbank.ru/C19E03B9ACCBFA56DC6DEDE59F81EABF-C84D87D17A171F6D15A801A76AF179A3-1E9602AC3439A96366744008F961486E/1.png" TargetMode="External"/><Relationship Id="rId2" Type="http://schemas.openxmlformats.org/officeDocument/2006/relationships/image" Target="../media/image10.png"/><Relationship Id="rId16" Type="http://schemas.openxmlformats.org/officeDocument/2006/relationships/image" Target="../media/image38.png"/><Relationship Id="rId1" Type="http://schemas.openxmlformats.org/officeDocument/2006/relationships/slideMaster" Target="../slideMasters/slideMaster7.xml"/><Relationship Id="rId6" Type="http://schemas.openxmlformats.org/officeDocument/2006/relationships/image" Target="../media/image18.png"/><Relationship Id="rId11" Type="http://schemas.openxmlformats.org/officeDocument/2006/relationships/image" Target="../media/image28.png"/><Relationship Id="rId5" Type="http://schemas.openxmlformats.org/officeDocument/2006/relationships/image" Target="../media/image16.png"/><Relationship Id="rId15" Type="http://schemas.openxmlformats.org/officeDocument/2006/relationships/image" Target="../media/image37.png"/><Relationship Id="rId10"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24.png"/><Relationship Id="rId14" Type="http://schemas.openxmlformats.org/officeDocument/2006/relationships/image" Target="../media/image34.png"/></Relationships>
</file>

<file path=ppt/slideLayouts/_rels/slideLayout43.xml.rels><?xml version="1.0" encoding="UTF-8" standalone="yes"?>
<Relationships xmlns="http://schemas.openxmlformats.org/package/2006/relationships"><Relationship Id="rId3" Type="http://schemas.openxmlformats.org/officeDocument/2006/relationships/image" Target="http://DF3E5075026D06B109AE70DBF9D6CDD1.dms.sberbank.ru/DF3E5075026D06B109AE70DBF9D6CDD1-92DCC9725E0A03BFCF87C98938EC5031-7C306E030999F7BF689A16489D167D10/1.png" TargetMode="External"/><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3" Type="http://schemas.openxmlformats.org/officeDocument/2006/relationships/image" Target="http://D0340E7D5E8451B36CF9DE5E517AB11D.dms.sberbank.ru/D0340E7D5E8451B36CF9DE5E517AB11D-76E77F61EA6BF346E8CD249421A1F0C6-979C24910635A5F09AF6D68FE94A4CA8/1.png" TargetMode="External"/><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http://277CFEF32177A4B1AA838F1AC8627F3C.dms.sberbank.ru/277CFEF32177A4B1AA838F1AC8627F3C-D721484550977C95F98CF7A7709B105F-B058A5EA472CB7D47202A9B873626704/1.png" TargetMode="External"/><Relationship Id="rId5" Type="http://schemas.openxmlformats.org/officeDocument/2006/relationships/image" Target="NULL"/><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Титульный слайд">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7A1B117A-CE21-4836-AB2E-8DAF1E6D3D17}"/>
              </a:ext>
            </a:extLst>
          </p:cNvPr>
          <p:cNvSpPr>
            <a:spLocks noGrp="1"/>
          </p:cNvSpPr>
          <p:nvPr>
            <p:ph type="sldNum" sz="quarter" idx="12"/>
          </p:nvPr>
        </p:nvSpPr>
        <p:spPr>
          <a:xfrm>
            <a:off x="3257548" y="6126266"/>
            <a:ext cx="521496" cy="365125"/>
          </a:xfrm>
          <a:prstGeom prst="rect">
            <a:avLst/>
          </a:prstGeom>
        </p:spPr>
        <p:txBody>
          <a:bodyPr/>
          <a:lstStyle/>
          <a:p>
            <a:fld id="{054C8753-49EE-4AA4-B7F7-004F2534EA1E}" type="slidenum">
              <a:rPr lang="ru-RU" smtClean="0"/>
              <a:t>‹#›</a:t>
            </a:fld>
            <a:endParaRPr lang="ru-RU" dirty="0"/>
          </a:p>
        </p:txBody>
      </p:sp>
      <p:pic>
        <p:nvPicPr>
          <p:cNvPr id="2" name="Рисунок 1" descr="http://8FB5843F48046975B704222F29D426D5.dms.sberbank.ru/8FB5843F48046975B704222F29D426D5-92DCC9725E0A03BFCF87C98938EC5031-F580345CCB2E5D2A12308062CC9D6F08/1.png"/>
          <p:cNvPicPr>
            <a:picLocks/>
          </p:cNvPicPr>
          <p:nvPr userDrawn="1"/>
        </p:nvPicPr>
        <p:blipFill>
          <a:blip r:link="rId2"/>
          <a:stretch>
            <a:fillRect/>
          </a:stretch>
        </p:blipFill>
        <p:spPr>
          <a:xfrm>
            <a:off x="0" y="0"/>
            <a:ext cx="1588" cy="1588"/>
          </a:xfrm>
          <a:prstGeom prst="rect">
            <a:avLst/>
          </a:prstGeom>
        </p:spPr>
      </p:pic>
      <p:pic>
        <p:nvPicPr>
          <p:cNvPr id="3" name="Рисунок 2" descr="http://8FB5843F48046975B704222F29D426D5.dms.sberbank.ru/8FB5843F48046975B704222F29D426D5-92DCC9725E0A03BFCF87C98938EC5031-F580345CCB2E5D2A12308062CC9D6F08/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764765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Заголовок и объект">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07C9C99F-1874-4DEC-9199-237D97772B1B}"/>
              </a:ext>
            </a:extLst>
          </p:cNvPr>
          <p:cNvSpPr>
            <a:spLocks noGrp="1"/>
          </p:cNvSpPr>
          <p:nvPr>
            <p:ph type="sldNum" sz="quarter" idx="12"/>
          </p:nvPr>
        </p:nvSpPr>
        <p:spPr>
          <a:xfrm>
            <a:off x="3257548" y="6126266"/>
            <a:ext cx="521496" cy="365125"/>
          </a:xfrm>
          <a:prstGeom prst="rect">
            <a:avLst/>
          </a:prstGeom>
        </p:spPr>
        <p:txBody>
          <a:bodyPr/>
          <a:lstStyle/>
          <a:p>
            <a:fld id="{054C8753-49EE-4AA4-B7F7-004F2534EA1E}" type="slidenum">
              <a:rPr lang="ru-RU" smtClean="0"/>
              <a:pPr/>
              <a:t>‹#›</a:t>
            </a:fld>
            <a:endParaRPr lang="ru-RU" dirty="0"/>
          </a:p>
        </p:txBody>
      </p:sp>
    </p:spTree>
    <p:extLst>
      <p:ext uri="{BB962C8B-B14F-4D97-AF65-F5344CB8AC3E}">
        <p14:creationId xmlns:p14="http://schemas.microsoft.com/office/powerpoint/2010/main" val="3961139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Титульный слайд">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7A1B117A-CE21-4836-AB2E-8DAF1E6D3D17}"/>
              </a:ext>
            </a:extLst>
          </p:cNvPr>
          <p:cNvSpPr>
            <a:spLocks noGrp="1"/>
          </p:cNvSpPr>
          <p:nvPr>
            <p:ph type="sldNum" sz="quarter" idx="12"/>
          </p:nvPr>
        </p:nvSpPr>
        <p:spPr>
          <a:xfrm>
            <a:off x="3727696" y="6126266"/>
            <a:ext cx="521496" cy="365125"/>
          </a:xfrm>
          <a:prstGeom prst="rect">
            <a:avLst/>
          </a:prstGeom>
        </p:spPr>
        <p:txBody>
          <a:bodyPr/>
          <a:lstStyle/>
          <a:p>
            <a:fld id="{054C8753-49EE-4AA4-B7F7-004F2534EA1E}" type="slidenum">
              <a:rPr lang="ru-RU" smtClean="0"/>
              <a:t>‹#›</a:t>
            </a:fld>
            <a:endParaRPr lang="ru-RU" dirty="0"/>
          </a:p>
        </p:txBody>
      </p:sp>
    </p:spTree>
    <p:extLst>
      <p:ext uri="{BB962C8B-B14F-4D97-AF65-F5344CB8AC3E}">
        <p14:creationId xmlns:p14="http://schemas.microsoft.com/office/powerpoint/2010/main" val="414995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Заголовок и объект">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07C9C99F-1874-4DEC-9199-237D97772B1B}"/>
              </a:ext>
            </a:extLst>
          </p:cNvPr>
          <p:cNvSpPr>
            <a:spLocks noGrp="1"/>
          </p:cNvSpPr>
          <p:nvPr>
            <p:ph type="sldNum" sz="quarter" idx="12"/>
          </p:nvPr>
        </p:nvSpPr>
        <p:spPr>
          <a:xfrm>
            <a:off x="3727696" y="6126266"/>
            <a:ext cx="521496" cy="365125"/>
          </a:xfrm>
          <a:prstGeom prst="rect">
            <a:avLst/>
          </a:prstGeom>
        </p:spPr>
        <p:txBody>
          <a:bodyPr/>
          <a:lstStyle/>
          <a:p>
            <a:fld id="{054C8753-49EE-4AA4-B7F7-004F2534EA1E}" type="slidenum">
              <a:rPr lang="ru-RU" smtClean="0"/>
              <a:pPr/>
              <a:t>‹#›</a:t>
            </a:fld>
            <a:endParaRPr lang="ru-RU" dirty="0"/>
          </a:p>
        </p:txBody>
      </p:sp>
      <p:pic>
        <p:nvPicPr>
          <p:cNvPr id="3" name="Рисунок 2" descr="http://93A7C4B339CCDD211E158032049A3A49.dms.sberbank.ru/93A7C4B339CCDD211E158032049A3A49-048609E64F524779FACC06A290525D57-028113238EC6D8AC5E862ACF66077798/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3782990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Титульный слайд">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7A1B117A-CE21-4836-AB2E-8DAF1E6D3D17}"/>
              </a:ext>
            </a:extLst>
          </p:cNvPr>
          <p:cNvSpPr>
            <a:spLocks noGrp="1"/>
          </p:cNvSpPr>
          <p:nvPr>
            <p:ph type="sldNum" sz="quarter" idx="12"/>
          </p:nvPr>
        </p:nvSpPr>
        <p:spPr>
          <a:xfrm>
            <a:off x="3257548" y="6126265"/>
            <a:ext cx="521496" cy="365125"/>
          </a:xfrm>
          <a:prstGeom prst="rect">
            <a:avLst/>
          </a:prstGeom>
        </p:spPr>
        <p:txBody>
          <a:bodyPr/>
          <a:lstStyle/>
          <a:p>
            <a:fld id="{054C8753-49EE-4AA4-B7F7-004F2534EA1E}" type="slidenum">
              <a:rPr lang="ru-RU" smtClean="0"/>
              <a:t>‹#›</a:t>
            </a:fld>
            <a:endParaRPr lang="ru-RU" dirty="0"/>
          </a:p>
        </p:txBody>
      </p:sp>
    </p:spTree>
    <p:extLst>
      <p:ext uri="{BB962C8B-B14F-4D97-AF65-F5344CB8AC3E}">
        <p14:creationId xmlns:p14="http://schemas.microsoft.com/office/powerpoint/2010/main" val="2389344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Заголовок и объект">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07C9C99F-1874-4DEC-9199-237D97772B1B}"/>
              </a:ext>
            </a:extLst>
          </p:cNvPr>
          <p:cNvSpPr>
            <a:spLocks noGrp="1"/>
          </p:cNvSpPr>
          <p:nvPr>
            <p:ph type="sldNum" sz="quarter" idx="12"/>
          </p:nvPr>
        </p:nvSpPr>
        <p:spPr>
          <a:xfrm>
            <a:off x="3257548" y="6126265"/>
            <a:ext cx="521496" cy="365125"/>
          </a:xfrm>
          <a:prstGeom prst="rect">
            <a:avLst/>
          </a:prstGeom>
        </p:spPr>
        <p:txBody>
          <a:bodyPr/>
          <a:lstStyle/>
          <a:p>
            <a:fld id="{054C8753-49EE-4AA4-B7F7-004F2534EA1E}" type="slidenum">
              <a:rPr lang="ru-RU" smtClean="0"/>
              <a:pPr/>
              <a:t>‹#›</a:t>
            </a:fld>
            <a:endParaRPr lang="ru-RU" dirty="0"/>
          </a:p>
        </p:txBody>
      </p:sp>
      <p:pic>
        <p:nvPicPr>
          <p:cNvPr id="4" name="Рисунок 3" descr="http://93A7C4B339CCDD211E158032049A3A49.dms.sberbank.ru/93A7C4B339CCDD211E158032049A3A49-048609E64F524779FACC06A290525D57-028113238EC6D8AC5E862ACF66077798/1.png"/>
          <p:cNvPicPr>
            <a:picLocks/>
          </p:cNvPicPr>
          <p:nvPr userDrawn="1"/>
        </p:nvPicPr>
        <p:blipFill>
          <a:blip r:link="rId2"/>
          <a:stretch>
            <a:fillRect/>
          </a:stretch>
        </p:blipFill>
        <p:spPr>
          <a:xfrm>
            <a:off x="0" y="0"/>
            <a:ext cx="1588" cy="1588"/>
          </a:xfrm>
          <a:prstGeom prst="rect">
            <a:avLst/>
          </a:prstGeom>
        </p:spPr>
      </p:pic>
      <p:pic>
        <p:nvPicPr>
          <p:cNvPr id="5" name="Рисунок 4" descr="http://93A7C4B339CCDD211E158032049A3A49.dms.sberbank.ru/93A7C4B339CCDD211E158032049A3A49-048609E64F524779FACC06A290525D57-028113238EC6D8AC5E862ACF66077798/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241758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Титульный слайд">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7A1B117A-CE21-4836-AB2E-8DAF1E6D3D17}"/>
              </a:ext>
            </a:extLst>
          </p:cNvPr>
          <p:cNvSpPr>
            <a:spLocks noGrp="1"/>
          </p:cNvSpPr>
          <p:nvPr>
            <p:ph type="sldNum" sz="quarter" idx="12"/>
          </p:nvPr>
        </p:nvSpPr>
        <p:spPr>
          <a:xfrm>
            <a:off x="3727696" y="6126265"/>
            <a:ext cx="521496" cy="365125"/>
          </a:xfrm>
          <a:prstGeom prst="rect">
            <a:avLst/>
          </a:prstGeom>
        </p:spPr>
        <p:txBody>
          <a:bodyPr/>
          <a:lstStyle/>
          <a:p>
            <a:fld id="{054C8753-49EE-4AA4-B7F7-004F2534EA1E}" type="slidenum">
              <a:rPr lang="ru-RU" smtClean="0"/>
              <a:t>‹#›</a:t>
            </a:fld>
            <a:endParaRPr lang="ru-RU" dirty="0"/>
          </a:p>
        </p:txBody>
      </p:sp>
    </p:spTree>
    <p:extLst>
      <p:ext uri="{BB962C8B-B14F-4D97-AF65-F5344CB8AC3E}">
        <p14:creationId xmlns:p14="http://schemas.microsoft.com/office/powerpoint/2010/main" val="1839516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Заголовок и объект">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07C9C99F-1874-4DEC-9199-237D97772B1B}"/>
              </a:ext>
            </a:extLst>
          </p:cNvPr>
          <p:cNvSpPr>
            <a:spLocks noGrp="1"/>
          </p:cNvSpPr>
          <p:nvPr>
            <p:ph type="sldNum" sz="quarter" idx="12"/>
          </p:nvPr>
        </p:nvSpPr>
        <p:spPr>
          <a:xfrm>
            <a:off x="3727696" y="6126265"/>
            <a:ext cx="521496" cy="365125"/>
          </a:xfrm>
          <a:prstGeom prst="rect">
            <a:avLst/>
          </a:prstGeom>
        </p:spPr>
        <p:txBody>
          <a:bodyPr/>
          <a:lstStyle/>
          <a:p>
            <a:fld id="{054C8753-49EE-4AA4-B7F7-004F2534EA1E}" type="slidenum">
              <a:rPr lang="ru-RU" smtClean="0"/>
              <a:pPr/>
              <a:t>‹#›</a:t>
            </a:fld>
            <a:endParaRPr lang="ru-RU" dirty="0"/>
          </a:p>
        </p:txBody>
      </p:sp>
    </p:spTree>
    <p:extLst>
      <p:ext uri="{BB962C8B-B14F-4D97-AF65-F5344CB8AC3E}">
        <p14:creationId xmlns:p14="http://schemas.microsoft.com/office/powerpoint/2010/main" val="380478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Титульный слайд">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7A1B117A-CE21-4836-AB2E-8DAF1E6D3D17}"/>
              </a:ext>
            </a:extLst>
          </p:cNvPr>
          <p:cNvSpPr>
            <a:spLocks noGrp="1"/>
          </p:cNvSpPr>
          <p:nvPr>
            <p:ph type="sldNum" sz="quarter" idx="12"/>
          </p:nvPr>
        </p:nvSpPr>
        <p:spPr>
          <a:xfrm>
            <a:off x="3257548" y="6126265"/>
            <a:ext cx="521496" cy="365125"/>
          </a:xfrm>
          <a:prstGeom prst="rect">
            <a:avLst/>
          </a:prstGeom>
        </p:spPr>
        <p:txBody>
          <a:bodyPr/>
          <a:lstStyle/>
          <a:p>
            <a:fld id="{054C8753-49EE-4AA4-B7F7-004F2534EA1E}" type="slidenum">
              <a:rPr lang="ru-RU" smtClean="0"/>
              <a:t>‹#›</a:t>
            </a:fld>
            <a:endParaRPr lang="ru-RU" dirty="0"/>
          </a:p>
        </p:txBody>
      </p:sp>
    </p:spTree>
    <p:extLst>
      <p:ext uri="{BB962C8B-B14F-4D97-AF65-F5344CB8AC3E}">
        <p14:creationId xmlns:p14="http://schemas.microsoft.com/office/powerpoint/2010/main" val="145803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Заголовок и объект">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07C9C99F-1874-4DEC-9199-237D97772B1B}"/>
              </a:ext>
            </a:extLst>
          </p:cNvPr>
          <p:cNvSpPr>
            <a:spLocks noGrp="1"/>
          </p:cNvSpPr>
          <p:nvPr>
            <p:ph type="sldNum" sz="quarter" idx="12"/>
          </p:nvPr>
        </p:nvSpPr>
        <p:spPr>
          <a:xfrm>
            <a:off x="3257548" y="6126265"/>
            <a:ext cx="521496" cy="365125"/>
          </a:xfrm>
          <a:prstGeom prst="rect">
            <a:avLst/>
          </a:prstGeom>
        </p:spPr>
        <p:txBody>
          <a:bodyPr/>
          <a:lstStyle/>
          <a:p>
            <a:fld id="{054C8753-49EE-4AA4-B7F7-004F2534EA1E}" type="slidenum">
              <a:rPr lang="ru-RU" smtClean="0"/>
              <a:pPr/>
              <a:t>‹#›</a:t>
            </a:fld>
            <a:endParaRPr lang="ru-RU" dirty="0"/>
          </a:p>
        </p:txBody>
      </p:sp>
    </p:spTree>
    <p:extLst>
      <p:ext uri="{BB962C8B-B14F-4D97-AF65-F5344CB8AC3E}">
        <p14:creationId xmlns:p14="http://schemas.microsoft.com/office/powerpoint/2010/main" val="1453231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Титул с картинкой на фоне">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0"/>
            <a:ext cx="12192000" cy="6858000"/>
          </a:xfrm>
          <a:prstGeom prst="rect">
            <a:avLst/>
          </a:prstGeom>
        </p:spPr>
        <p:txBody>
          <a:bodyPr lIns="68580" tIns="34290" rIns="68580" bIns="34290"/>
          <a:lstStyle>
            <a:lvl1pPr>
              <a:defRPr sz="1200">
                <a:solidFill>
                  <a:schemeClr val="bg1"/>
                </a:solidFill>
              </a:defRPr>
            </a:lvl1pPr>
          </a:lstStyle>
          <a:p>
            <a:endParaRPr lang="en-US" dirty="0"/>
          </a:p>
        </p:txBody>
      </p:sp>
      <p:sp>
        <p:nvSpPr>
          <p:cNvPr id="33" name="Title 9"/>
          <p:cNvSpPr>
            <a:spLocks noGrp="1"/>
          </p:cNvSpPr>
          <p:nvPr>
            <p:ph type="title" hasCustomPrompt="1"/>
          </p:nvPr>
        </p:nvSpPr>
        <p:spPr>
          <a:xfrm>
            <a:off x="587378" y="2097092"/>
            <a:ext cx="10188575" cy="701731"/>
          </a:xfrm>
          <a:prstGeom prst="rect">
            <a:avLst/>
          </a:prstGeom>
        </p:spPr>
        <p:txBody>
          <a:bodyPr lIns="68580" tIns="34290" rIns="68580" bIns="34290" anchor="t" anchorCtr="0">
            <a:spAutoFit/>
          </a:bodyPr>
          <a:lstStyle>
            <a:lvl1pPr>
              <a:lnSpc>
                <a:spcPct val="90000"/>
              </a:lnSpc>
              <a:defRPr sz="4400" b="0" i="0" cap="none" baseline="0">
                <a:solidFill>
                  <a:schemeClr val="bg1"/>
                </a:solidFill>
                <a:latin typeface="+mj-lt"/>
                <a:ea typeface="Calibri Light" charset="0"/>
                <a:cs typeface="Calibri Light" charset="0"/>
              </a:defRPr>
            </a:lvl1pPr>
          </a:lstStyle>
          <a:p>
            <a:r>
              <a:rPr lang="ru-RU" dirty="0"/>
              <a:t>Название презентации</a:t>
            </a:r>
            <a:endParaRPr lang="en-US" dirty="0"/>
          </a:p>
        </p:txBody>
      </p:sp>
      <p:sp>
        <p:nvSpPr>
          <p:cNvPr id="4" name="Text Placeholder 3"/>
          <p:cNvSpPr>
            <a:spLocks noGrp="1"/>
          </p:cNvSpPr>
          <p:nvPr>
            <p:ph type="body" sz="quarter" idx="12" hasCustomPrompt="1"/>
          </p:nvPr>
        </p:nvSpPr>
        <p:spPr>
          <a:xfrm>
            <a:off x="587378" y="4344989"/>
            <a:ext cx="7561263" cy="401648"/>
          </a:xfrm>
          <a:prstGeom prst="rect">
            <a:avLst/>
          </a:prstGeom>
        </p:spPr>
        <p:txBody>
          <a:bodyPr lIns="68580" tIns="34290" rIns="68580" bIns="34290">
            <a:spAutoFit/>
          </a:bodyPr>
          <a:lstStyle>
            <a:lvl1pPr>
              <a:defRPr lang="en-US" sz="2400" b="0" i="0" kern="1200" cap="none" baseline="0">
                <a:solidFill>
                  <a:schemeClr val="bg1"/>
                </a:solidFill>
                <a:latin typeface="+mj-lt"/>
                <a:ea typeface="Calibri" charset="0"/>
                <a:cs typeface="Calibri" charset="0"/>
              </a:defRPr>
            </a:lvl1pPr>
            <a:lvl2pPr marL="0" marR="0" indent="0" algn="l" defTabSz="914377" rtl="0" eaLnBrk="1" fontAlgn="auto" latinLnBrk="0" hangingPunct="1">
              <a:lnSpc>
                <a:spcPct val="100000"/>
              </a:lnSpc>
              <a:spcBef>
                <a:spcPct val="0"/>
              </a:spcBef>
              <a:spcAft>
                <a:spcPts val="0"/>
              </a:spcAft>
              <a:buClrTx/>
              <a:buSzTx/>
              <a:buFont typeface="Arial"/>
              <a:buNone/>
              <a:tabLst/>
              <a:defRPr/>
            </a:lvl2pPr>
          </a:lstStyle>
          <a:p>
            <a:pPr lvl="0"/>
            <a:r>
              <a:rPr lang="ru-RU" dirty="0"/>
              <a:t>Дополнительный текст, пояснение, подзаголовок</a:t>
            </a:r>
          </a:p>
        </p:txBody>
      </p:sp>
      <p:sp>
        <p:nvSpPr>
          <p:cNvPr id="6" name="Shape"/>
          <p:cNvSpPr/>
          <p:nvPr userDrawn="1"/>
        </p:nvSpPr>
        <p:spPr>
          <a:xfrm>
            <a:off x="695330" y="692154"/>
            <a:ext cx="1990513" cy="374625"/>
          </a:xfrm>
          <a:custGeom>
            <a:avLst/>
            <a:gdLst/>
            <a:ahLst/>
            <a:cxnLst>
              <a:cxn ang="0">
                <a:pos x="wd2" y="hd2"/>
              </a:cxn>
              <a:cxn ang="5400000">
                <a:pos x="wd2" y="hd2"/>
              </a:cxn>
              <a:cxn ang="10800000">
                <a:pos x="wd2" y="hd2"/>
              </a:cxn>
              <a:cxn ang="16200000">
                <a:pos x="wd2" y="hd2"/>
              </a:cxn>
            </a:cxnLst>
            <a:rect l="0" t="0" r="r" b="b"/>
            <a:pathLst>
              <a:path w="21600" h="21600" extrusionOk="0">
                <a:moveTo>
                  <a:pt x="2936" y="0"/>
                </a:moveTo>
                <a:lnTo>
                  <a:pt x="1286" y="5042"/>
                </a:lnTo>
                <a:lnTo>
                  <a:pt x="551" y="2798"/>
                </a:lnTo>
                <a:cubicBezTo>
                  <a:pt x="499" y="3104"/>
                  <a:pt x="449" y="3428"/>
                  <a:pt x="403" y="3762"/>
                </a:cubicBezTo>
                <a:cubicBezTo>
                  <a:pt x="403" y="3762"/>
                  <a:pt x="1286" y="6458"/>
                  <a:pt x="1286" y="6458"/>
                </a:cubicBezTo>
                <a:lnTo>
                  <a:pt x="3183" y="659"/>
                </a:lnTo>
                <a:cubicBezTo>
                  <a:pt x="3104" y="413"/>
                  <a:pt x="3022" y="191"/>
                  <a:pt x="2936" y="0"/>
                </a:cubicBezTo>
                <a:close/>
                <a:moveTo>
                  <a:pt x="3397" y="1421"/>
                </a:moveTo>
                <a:lnTo>
                  <a:pt x="1286" y="7874"/>
                </a:lnTo>
                <a:lnTo>
                  <a:pt x="277" y="4790"/>
                </a:lnTo>
                <a:cubicBezTo>
                  <a:pt x="239" y="5144"/>
                  <a:pt x="205" y="5514"/>
                  <a:pt x="174" y="5891"/>
                </a:cubicBezTo>
                <a:lnTo>
                  <a:pt x="1286" y="9285"/>
                </a:lnTo>
                <a:cubicBezTo>
                  <a:pt x="1286" y="9285"/>
                  <a:pt x="3583" y="2264"/>
                  <a:pt x="3583" y="2264"/>
                </a:cubicBezTo>
                <a:cubicBezTo>
                  <a:pt x="3524" y="1964"/>
                  <a:pt x="3462" y="1684"/>
                  <a:pt x="3397" y="1421"/>
                </a:cubicBezTo>
                <a:close/>
                <a:moveTo>
                  <a:pt x="6427" y="2793"/>
                </a:moveTo>
                <a:cubicBezTo>
                  <a:pt x="5648" y="2793"/>
                  <a:pt x="5344" y="5127"/>
                  <a:pt x="5344" y="8979"/>
                </a:cubicBezTo>
                <a:cubicBezTo>
                  <a:pt x="5344" y="12999"/>
                  <a:pt x="5724" y="14870"/>
                  <a:pt x="6383" y="14870"/>
                </a:cubicBezTo>
                <a:cubicBezTo>
                  <a:pt x="6662" y="14870"/>
                  <a:pt x="6932" y="14483"/>
                  <a:pt x="7133" y="13799"/>
                </a:cubicBezTo>
                <a:lnTo>
                  <a:pt x="7064" y="13101"/>
                </a:lnTo>
                <a:cubicBezTo>
                  <a:pt x="6932" y="13451"/>
                  <a:pt x="6772" y="13784"/>
                  <a:pt x="6514" y="13784"/>
                </a:cubicBezTo>
                <a:cubicBezTo>
                  <a:pt x="5971" y="13784"/>
                  <a:pt x="5856" y="11550"/>
                  <a:pt x="5856" y="8548"/>
                </a:cubicBezTo>
                <a:cubicBezTo>
                  <a:pt x="5856" y="5396"/>
                  <a:pt x="5975" y="3559"/>
                  <a:pt x="6442" y="3559"/>
                </a:cubicBezTo>
                <a:cubicBezTo>
                  <a:pt x="6741" y="3559"/>
                  <a:pt x="6837" y="4161"/>
                  <a:pt x="6888" y="5028"/>
                </a:cubicBezTo>
                <a:lnTo>
                  <a:pt x="6926" y="5760"/>
                </a:lnTo>
                <a:lnTo>
                  <a:pt x="7066" y="5760"/>
                </a:lnTo>
                <a:cubicBezTo>
                  <a:pt x="7060" y="4976"/>
                  <a:pt x="7060" y="4110"/>
                  <a:pt x="7066" y="3326"/>
                </a:cubicBezTo>
                <a:cubicBezTo>
                  <a:pt x="7004" y="3193"/>
                  <a:pt x="6772" y="2793"/>
                  <a:pt x="6427" y="2793"/>
                </a:cubicBezTo>
                <a:close/>
                <a:moveTo>
                  <a:pt x="7330" y="2992"/>
                </a:moveTo>
                <a:lnTo>
                  <a:pt x="7330" y="3360"/>
                </a:lnTo>
                <a:cubicBezTo>
                  <a:pt x="7440" y="3493"/>
                  <a:pt x="7456" y="3662"/>
                  <a:pt x="7456" y="4296"/>
                </a:cubicBezTo>
                <a:lnTo>
                  <a:pt x="7456" y="13367"/>
                </a:lnTo>
                <a:cubicBezTo>
                  <a:pt x="7456" y="14001"/>
                  <a:pt x="7440" y="14170"/>
                  <a:pt x="7330" y="14303"/>
                </a:cubicBezTo>
                <a:lnTo>
                  <a:pt x="7330" y="14667"/>
                </a:lnTo>
                <a:lnTo>
                  <a:pt x="8210" y="14667"/>
                </a:lnTo>
                <a:cubicBezTo>
                  <a:pt x="8747" y="14667"/>
                  <a:pt x="9079" y="13899"/>
                  <a:pt x="9079" y="10764"/>
                </a:cubicBezTo>
                <a:cubicBezTo>
                  <a:pt x="9079" y="7545"/>
                  <a:pt x="8652" y="7181"/>
                  <a:pt x="8049" y="7181"/>
                </a:cubicBezTo>
                <a:lnTo>
                  <a:pt x="7927" y="7181"/>
                </a:lnTo>
                <a:lnTo>
                  <a:pt x="7927" y="4412"/>
                </a:lnTo>
                <a:cubicBezTo>
                  <a:pt x="7927" y="3912"/>
                  <a:pt x="7946" y="3728"/>
                  <a:pt x="8084" y="3728"/>
                </a:cubicBezTo>
                <a:cubicBezTo>
                  <a:pt x="8084" y="3728"/>
                  <a:pt x="8385" y="3728"/>
                  <a:pt x="8385" y="3728"/>
                </a:cubicBezTo>
                <a:cubicBezTo>
                  <a:pt x="8671" y="3728"/>
                  <a:pt x="8749" y="3842"/>
                  <a:pt x="8818" y="5042"/>
                </a:cubicBezTo>
                <a:lnTo>
                  <a:pt x="8847" y="5527"/>
                </a:lnTo>
                <a:lnTo>
                  <a:pt x="8966" y="5527"/>
                </a:lnTo>
                <a:cubicBezTo>
                  <a:pt x="8960" y="4677"/>
                  <a:pt x="8960" y="3842"/>
                  <a:pt x="8966" y="2992"/>
                </a:cubicBezTo>
                <a:lnTo>
                  <a:pt x="7330" y="2992"/>
                </a:lnTo>
                <a:close/>
                <a:moveTo>
                  <a:pt x="9327" y="2992"/>
                </a:moveTo>
                <a:lnTo>
                  <a:pt x="9327" y="3360"/>
                </a:lnTo>
                <a:cubicBezTo>
                  <a:pt x="9437" y="3493"/>
                  <a:pt x="9453" y="3662"/>
                  <a:pt x="9453" y="4296"/>
                </a:cubicBezTo>
                <a:lnTo>
                  <a:pt x="9453" y="13367"/>
                </a:lnTo>
                <a:cubicBezTo>
                  <a:pt x="9453" y="14001"/>
                  <a:pt x="9437" y="14170"/>
                  <a:pt x="9327" y="14303"/>
                </a:cubicBezTo>
                <a:lnTo>
                  <a:pt x="9327" y="14667"/>
                </a:lnTo>
                <a:lnTo>
                  <a:pt x="10909" y="14667"/>
                </a:lnTo>
                <a:cubicBezTo>
                  <a:pt x="10903" y="13766"/>
                  <a:pt x="10903" y="12852"/>
                  <a:pt x="10909" y="11952"/>
                </a:cubicBezTo>
                <a:lnTo>
                  <a:pt x="10771" y="11952"/>
                </a:lnTo>
                <a:lnTo>
                  <a:pt x="10752" y="12383"/>
                </a:lnTo>
                <a:cubicBezTo>
                  <a:pt x="10689" y="13834"/>
                  <a:pt x="10614" y="13935"/>
                  <a:pt x="10329" y="13935"/>
                </a:cubicBezTo>
                <a:lnTo>
                  <a:pt x="10266" y="13935"/>
                </a:lnTo>
                <a:cubicBezTo>
                  <a:pt x="9977" y="13935"/>
                  <a:pt x="9924" y="13699"/>
                  <a:pt x="9924" y="12999"/>
                </a:cubicBezTo>
                <a:lnTo>
                  <a:pt x="9924" y="8645"/>
                </a:lnTo>
                <a:lnTo>
                  <a:pt x="10216" y="8645"/>
                </a:lnTo>
                <a:cubicBezTo>
                  <a:pt x="10338" y="8645"/>
                  <a:pt x="10529" y="8715"/>
                  <a:pt x="10604" y="8999"/>
                </a:cubicBezTo>
                <a:lnTo>
                  <a:pt x="10604" y="7530"/>
                </a:lnTo>
                <a:cubicBezTo>
                  <a:pt x="10529" y="7813"/>
                  <a:pt x="10338" y="7879"/>
                  <a:pt x="10216" y="7879"/>
                </a:cubicBezTo>
                <a:lnTo>
                  <a:pt x="9924" y="7879"/>
                </a:lnTo>
                <a:lnTo>
                  <a:pt x="9924" y="4262"/>
                </a:lnTo>
                <a:cubicBezTo>
                  <a:pt x="9924" y="3862"/>
                  <a:pt x="9939" y="3728"/>
                  <a:pt x="10033" y="3728"/>
                </a:cubicBezTo>
                <a:cubicBezTo>
                  <a:pt x="10033" y="3728"/>
                  <a:pt x="10279" y="3728"/>
                  <a:pt x="10279" y="3728"/>
                </a:cubicBezTo>
                <a:cubicBezTo>
                  <a:pt x="10564" y="3728"/>
                  <a:pt x="10642" y="3842"/>
                  <a:pt x="10711" y="5042"/>
                </a:cubicBezTo>
                <a:lnTo>
                  <a:pt x="10739" y="5527"/>
                </a:lnTo>
                <a:lnTo>
                  <a:pt x="10859" y="5527"/>
                </a:lnTo>
                <a:cubicBezTo>
                  <a:pt x="10853" y="4677"/>
                  <a:pt x="10853" y="3842"/>
                  <a:pt x="10859" y="2992"/>
                </a:cubicBezTo>
                <a:lnTo>
                  <a:pt x="9327" y="2992"/>
                </a:lnTo>
                <a:close/>
                <a:moveTo>
                  <a:pt x="11192" y="2992"/>
                </a:moveTo>
                <a:lnTo>
                  <a:pt x="11192" y="3360"/>
                </a:lnTo>
                <a:cubicBezTo>
                  <a:pt x="11302" y="3493"/>
                  <a:pt x="11317" y="3662"/>
                  <a:pt x="11317" y="4296"/>
                </a:cubicBezTo>
                <a:lnTo>
                  <a:pt x="11317" y="13367"/>
                </a:lnTo>
                <a:cubicBezTo>
                  <a:pt x="11317" y="14001"/>
                  <a:pt x="11302" y="14170"/>
                  <a:pt x="11192" y="14303"/>
                </a:cubicBezTo>
                <a:lnTo>
                  <a:pt x="11192" y="14667"/>
                </a:lnTo>
                <a:cubicBezTo>
                  <a:pt x="11192" y="14667"/>
                  <a:pt x="11914" y="14667"/>
                  <a:pt x="11914" y="14667"/>
                </a:cubicBezTo>
                <a:lnTo>
                  <a:pt x="11914" y="14303"/>
                </a:lnTo>
                <a:cubicBezTo>
                  <a:pt x="11804" y="14170"/>
                  <a:pt x="11788" y="14001"/>
                  <a:pt x="11788" y="13367"/>
                </a:cubicBezTo>
                <a:lnTo>
                  <a:pt x="11788" y="10046"/>
                </a:lnTo>
                <a:lnTo>
                  <a:pt x="12008" y="10046"/>
                </a:lnTo>
                <a:cubicBezTo>
                  <a:pt x="12538" y="10046"/>
                  <a:pt x="12865" y="9199"/>
                  <a:pt x="12865" y="6347"/>
                </a:cubicBezTo>
                <a:cubicBezTo>
                  <a:pt x="12865" y="3545"/>
                  <a:pt x="12538" y="2992"/>
                  <a:pt x="12102" y="2992"/>
                </a:cubicBezTo>
                <a:lnTo>
                  <a:pt x="11192" y="2992"/>
                </a:lnTo>
                <a:close/>
                <a:moveTo>
                  <a:pt x="13063" y="2992"/>
                </a:moveTo>
                <a:lnTo>
                  <a:pt x="13063" y="3360"/>
                </a:lnTo>
                <a:cubicBezTo>
                  <a:pt x="13172" y="3493"/>
                  <a:pt x="13188" y="3662"/>
                  <a:pt x="13188" y="4296"/>
                </a:cubicBezTo>
                <a:lnTo>
                  <a:pt x="13188" y="13367"/>
                </a:lnTo>
                <a:cubicBezTo>
                  <a:pt x="13188" y="14001"/>
                  <a:pt x="13172" y="14170"/>
                  <a:pt x="13063" y="14303"/>
                </a:cubicBezTo>
                <a:lnTo>
                  <a:pt x="13063" y="14667"/>
                </a:lnTo>
                <a:lnTo>
                  <a:pt x="13941" y="14667"/>
                </a:lnTo>
                <a:cubicBezTo>
                  <a:pt x="14478" y="14667"/>
                  <a:pt x="14811" y="13899"/>
                  <a:pt x="14811" y="10764"/>
                </a:cubicBezTo>
                <a:cubicBezTo>
                  <a:pt x="14811" y="7545"/>
                  <a:pt x="14384" y="7181"/>
                  <a:pt x="13782" y="7181"/>
                </a:cubicBezTo>
                <a:lnTo>
                  <a:pt x="13658" y="7181"/>
                </a:lnTo>
                <a:lnTo>
                  <a:pt x="13658" y="4412"/>
                </a:lnTo>
                <a:cubicBezTo>
                  <a:pt x="13658" y="3912"/>
                  <a:pt x="13677" y="3728"/>
                  <a:pt x="13815" y="3728"/>
                </a:cubicBezTo>
                <a:cubicBezTo>
                  <a:pt x="13815" y="3728"/>
                  <a:pt x="14117" y="3728"/>
                  <a:pt x="14117" y="3728"/>
                </a:cubicBezTo>
                <a:cubicBezTo>
                  <a:pt x="14403" y="3728"/>
                  <a:pt x="14481" y="3842"/>
                  <a:pt x="14550" y="5042"/>
                </a:cubicBezTo>
                <a:lnTo>
                  <a:pt x="14578" y="5527"/>
                </a:lnTo>
                <a:lnTo>
                  <a:pt x="14698" y="5527"/>
                </a:lnTo>
                <a:cubicBezTo>
                  <a:pt x="14692" y="4677"/>
                  <a:pt x="14692" y="3842"/>
                  <a:pt x="14698" y="2992"/>
                </a:cubicBezTo>
                <a:lnTo>
                  <a:pt x="13063" y="2992"/>
                </a:lnTo>
                <a:close/>
                <a:moveTo>
                  <a:pt x="15564" y="2992"/>
                </a:moveTo>
                <a:lnTo>
                  <a:pt x="15564" y="3360"/>
                </a:lnTo>
                <a:cubicBezTo>
                  <a:pt x="15677" y="3493"/>
                  <a:pt x="15690" y="3810"/>
                  <a:pt x="15690" y="4044"/>
                </a:cubicBezTo>
                <a:cubicBezTo>
                  <a:pt x="15690" y="4377"/>
                  <a:pt x="15674" y="4746"/>
                  <a:pt x="15583" y="5930"/>
                </a:cubicBezTo>
                <a:lnTo>
                  <a:pt x="15178" y="11234"/>
                </a:lnTo>
                <a:cubicBezTo>
                  <a:pt x="15027" y="13185"/>
                  <a:pt x="14927" y="14216"/>
                  <a:pt x="14874" y="14667"/>
                </a:cubicBezTo>
                <a:lnTo>
                  <a:pt x="15273" y="14667"/>
                </a:lnTo>
                <a:cubicBezTo>
                  <a:pt x="15276" y="14400"/>
                  <a:pt x="15294" y="13898"/>
                  <a:pt x="15319" y="13232"/>
                </a:cubicBezTo>
                <a:cubicBezTo>
                  <a:pt x="15347" y="12564"/>
                  <a:pt x="15401" y="11616"/>
                  <a:pt x="15473" y="10448"/>
                </a:cubicBezTo>
                <a:lnTo>
                  <a:pt x="16170" y="10448"/>
                </a:lnTo>
                <a:lnTo>
                  <a:pt x="16265" y="11932"/>
                </a:lnTo>
                <a:cubicBezTo>
                  <a:pt x="16324" y="12866"/>
                  <a:pt x="16393" y="14033"/>
                  <a:pt x="16411" y="14667"/>
                </a:cubicBezTo>
                <a:cubicBezTo>
                  <a:pt x="16411" y="14667"/>
                  <a:pt x="16971" y="14667"/>
                  <a:pt x="16971" y="14667"/>
                </a:cubicBezTo>
                <a:cubicBezTo>
                  <a:pt x="16924" y="14250"/>
                  <a:pt x="16826" y="13082"/>
                  <a:pt x="16735" y="11714"/>
                </a:cubicBezTo>
                <a:lnTo>
                  <a:pt x="16274" y="4727"/>
                </a:lnTo>
                <a:cubicBezTo>
                  <a:pt x="16208" y="3743"/>
                  <a:pt x="16201" y="3342"/>
                  <a:pt x="16192" y="2992"/>
                </a:cubicBezTo>
                <a:lnTo>
                  <a:pt x="15564" y="2992"/>
                </a:lnTo>
                <a:close/>
                <a:moveTo>
                  <a:pt x="17140" y="2992"/>
                </a:moveTo>
                <a:lnTo>
                  <a:pt x="17140" y="3360"/>
                </a:lnTo>
                <a:cubicBezTo>
                  <a:pt x="17250" y="3493"/>
                  <a:pt x="17266" y="3662"/>
                  <a:pt x="17266" y="4296"/>
                </a:cubicBezTo>
                <a:lnTo>
                  <a:pt x="17266" y="13367"/>
                </a:lnTo>
                <a:cubicBezTo>
                  <a:pt x="17266" y="14001"/>
                  <a:pt x="17250" y="14170"/>
                  <a:pt x="17140" y="14303"/>
                </a:cubicBezTo>
                <a:lnTo>
                  <a:pt x="17140" y="14667"/>
                </a:lnTo>
                <a:lnTo>
                  <a:pt x="17861" y="14667"/>
                </a:lnTo>
                <a:lnTo>
                  <a:pt x="17861" y="14303"/>
                </a:lnTo>
                <a:cubicBezTo>
                  <a:pt x="17752" y="14170"/>
                  <a:pt x="17736" y="14001"/>
                  <a:pt x="17736" y="13367"/>
                </a:cubicBezTo>
                <a:lnTo>
                  <a:pt x="17736" y="8645"/>
                </a:lnTo>
                <a:lnTo>
                  <a:pt x="18584" y="8645"/>
                </a:lnTo>
                <a:cubicBezTo>
                  <a:pt x="18584" y="8645"/>
                  <a:pt x="18584" y="13367"/>
                  <a:pt x="18584" y="13367"/>
                </a:cubicBezTo>
                <a:cubicBezTo>
                  <a:pt x="18584" y="14001"/>
                  <a:pt x="18568" y="14170"/>
                  <a:pt x="18458" y="14303"/>
                </a:cubicBezTo>
                <a:lnTo>
                  <a:pt x="18458" y="14667"/>
                </a:lnTo>
                <a:lnTo>
                  <a:pt x="19180" y="14667"/>
                </a:lnTo>
                <a:lnTo>
                  <a:pt x="19180" y="14303"/>
                </a:lnTo>
                <a:cubicBezTo>
                  <a:pt x="19070" y="14170"/>
                  <a:pt x="19055" y="14001"/>
                  <a:pt x="19055" y="13367"/>
                </a:cubicBezTo>
                <a:lnTo>
                  <a:pt x="19055" y="4296"/>
                </a:lnTo>
                <a:cubicBezTo>
                  <a:pt x="19055" y="3662"/>
                  <a:pt x="19070" y="3493"/>
                  <a:pt x="19180" y="3360"/>
                </a:cubicBezTo>
                <a:lnTo>
                  <a:pt x="19180" y="2992"/>
                </a:lnTo>
                <a:lnTo>
                  <a:pt x="18458" y="2992"/>
                </a:lnTo>
                <a:lnTo>
                  <a:pt x="18458" y="3360"/>
                </a:lnTo>
                <a:cubicBezTo>
                  <a:pt x="18568" y="3493"/>
                  <a:pt x="18584" y="3662"/>
                  <a:pt x="18584" y="4296"/>
                </a:cubicBezTo>
                <a:lnTo>
                  <a:pt x="18584" y="7879"/>
                </a:lnTo>
                <a:lnTo>
                  <a:pt x="17736" y="7879"/>
                </a:lnTo>
                <a:lnTo>
                  <a:pt x="17736" y="4296"/>
                </a:lnTo>
                <a:cubicBezTo>
                  <a:pt x="17736" y="3662"/>
                  <a:pt x="17752" y="3493"/>
                  <a:pt x="17861" y="3360"/>
                </a:cubicBezTo>
                <a:lnTo>
                  <a:pt x="17861" y="2992"/>
                </a:lnTo>
                <a:lnTo>
                  <a:pt x="17140" y="2992"/>
                </a:lnTo>
                <a:close/>
                <a:moveTo>
                  <a:pt x="19529" y="2992"/>
                </a:moveTo>
                <a:lnTo>
                  <a:pt x="19529" y="3360"/>
                </a:lnTo>
                <a:cubicBezTo>
                  <a:pt x="19638" y="3493"/>
                  <a:pt x="19655" y="3662"/>
                  <a:pt x="19655" y="4296"/>
                </a:cubicBezTo>
                <a:cubicBezTo>
                  <a:pt x="19655" y="4296"/>
                  <a:pt x="19655" y="13367"/>
                  <a:pt x="19655" y="13367"/>
                </a:cubicBezTo>
                <a:cubicBezTo>
                  <a:pt x="19655" y="14001"/>
                  <a:pt x="19638" y="14170"/>
                  <a:pt x="19529" y="14303"/>
                </a:cubicBezTo>
                <a:lnTo>
                  <a:pt x="19529" y="14667"/>
                </a:lnTo>
                <a:lnTo>
                  <a:pt x="20250" y="14667"/>
                </a:lnTo>
                <a:lnTo>
                  <a:pt x="20250" y="14303"/>
                </a:lnTo>
                <a:cubicBezTo>
                  <a:pt x="20141" y="14170"/>
                  <a:pt x="20125" y="14001"/>
                  <a:pt x="20125" y="13367"/>
                </a:cubicBezTo>
                <a:lnTo>
                  <a:pt x="20125" y="4296"/>
                </a:lnTo>
                <a:cubicBezTo>
                  <a:pt x="20125" y="3662"/>
                  <a:pt x="20141" y="3493"/>
                  <a:pt x="20250" y="3360"/>
                </a:cubicBezTo>
                <a:lnTo>
                  <a:pt x="20250" y="2992"/>
                </a:lnTo>
                <a:lnTo>
                  <a:pt x="19529" y="2992"/>
                </a:lnTo>
                <a:close/>
                <a:moveTo>
                  <a:pt x="20906" y="2992"/>
                </a:moveTo>
                <a:cubicBezTo>
                  <a:pt x="20847" y="3792"/>
                  <a:pt x="20624" y="5376"/>
                  <a:pt x="20451" y="6560"/>
                </a:cubicBezTo>
                <a:lnTo>
                  <a:pt x="20163" y="8548"/>
                </a:lnTo>
                <a:lnTo>
                  <a:pt x="20496" y="11200"/>
                </a:lnTo>
                <a:cubicBezTo>
                  <a:pt x="20725" y="13035"/>
                  <a:pt x="20803" y="14050"/>
                  <a:pt x="20856" y="14667"/>
                </a:cubicBezTo>
                <a:lnTo>
                  <a:pt x="21595" y="14667"/>
                </a:lnTo>
                <a:cubicBezTo>
                  <a:pt x="21334" y="13266"/>
                  <a:pt x="20975" y="10698"/>
                  <a:pt x="20822" y="9547"/>
                </a:cubicBezTo>
                <a:cubicBezTo>
                  <a:pt x="20822" y="9547"/>
                  <a:pt x="20536" y="7394"/>
                  <a:pt x="20536" y="7394"/>
                </a:cubicBezTo>
                <a:lnTo>
                  <a:pt x="20765" y="6095"/>
                </a:lnTo>
                <a:cubicBezTo>
                  <a:pt x="20866" y="5511"/>
                  <a:pt x="21214" y="3645"/>
                  <a:pt x="21421" y="3011"/>
                </a:cubicBezTo>
                <a:lnTo>
                  <a:pt x="21421" y="2992"/>
                </a:lnTo>
                <a:lnTo>
                  <a:pt x="20906" y="2992"/>
                </a:lnTo>
                <a:close/>
                <a:moveTo>
                  <a:pt x="3744" y="3185"/>
                </a:moveTo>
                <a:cubicBezTo>
                  <a:pt x="3744" y="3185"/>
                  <a:pt x="1286" y="10701"/>
                  <a:pt x="1286" y="10701"/>
                </a:cubicBezTo>
                <a:lnTo>
                  <a:pt x="93" y="7055"/>
                </a:lnTo>
                <a:cubicBezTo>
                  <a:pt x="70" y="7458"/>
                  <a:pt x="50" y="7874"/>
                  <a:pt x="36" y="8296"/>
                </a:cubicBezTo>
                <a:lnTo>
                  <a:pt x="1286" y="12112"/>
                </a:lnTo>
                <a:lnTo>
                  <a:pt x="3882" y="4179"/>
                </a:lnTo>
                <a:cubicBezTo>
                  <a:pt x="3839" y="3835"/>
                  <a:pt x="3793" y="3502"/>
                  <a:pt x="3744" y="3185"/>
                </a:cubicBezTo>
                <a:close/>
                <a:moveTo>
                  <a:pt x="11926" y="3728"/>
                </a:moveTo>
                <a:lnTo>
                  <a:pt x="11977" y="3728"/>
                </a:lnTo>
                <a:cubicBezTo>
                  <a:pt x="12272" y="3728"/>
                  <a:pt x="12372" y="4710"/>
                  <a:pt x="12372" y="6245"/>
                </a:cubicBezTo>
                <a:cubicBezTo>
                  <a:pt x="12372" y="8063"/>
                  <a:pt x="12302" y="9314"/>
                  <a:pt x="12010" y="9314"/>
                </a:cubicBezTo>
                <a:cubicBezTo>
                  <a:pt x="12010" y="9314"/>
                  <a:pt x="11788" y="9314"/>
                  <a:pt x="11788" y="9314"/>
                </a:cubicBezTo>
                <a:lnTo>
                  <a:pt x="11788" y="4359"/>
                </a:lnTo>
                <a:cubicBezTo>
                  <a:pt x="11788" y="3808"/>
                  <a:pt x="11832" y="3728"/>
                  <a:pt x="11926" y="3728"/>
                </a:cubicBezTo>
                <a:close/>
                <a:moveTo>
                  <a:pt x="15827" y="4960"/>
                </a:moveTo>
                <a:lnTo>
                  <a:pt x="16123" y="9663"/>
                </a:lnTo>
                <a:cubicBezTo>
                  <a:pt x="16123" y="9663"/>
                  <a:pt x="15524" y="9663"/>
                  <a:pt x="15524" y="9663"/>
                </a:cubicBezTo>
                <a:lnTo>
                  <a:pt x="15827" y="4960"/>
                </a:lnTo>
                <a:close/>
                <a:moveTo>
                  <a:pt x="3999" y="5236"/>
                </a:moveTo>
                <a:lnTo>
                  <a:pt x="1286" y="13527"/>
                </a:lnTo>
                <a:lnTo>
                  <a:pt x="5" y="9615"/>
                </a:lnTo>
                <a:cubicBezTo>
                  <a:pt x="1" y="9862"/>
                  <a:pt x="0" y="10108"/>
                  <a:pt x="0" y="10361"/>
                </a:cubicBezTo>
                <a:cubicBezTo>
                  <a:pt x="0" y="16568"/>
                  <a:pt x="947" y="21600"/>
                  <a:pt x="2115" y="21600"/>
                </a:cubicBezTo>
                <a:cubicBezTo>
                  <a:pt x="3283" y="21600"/>
                  <a:pt x="4230" y="16568"/>
                  <a:pt x="4230" y="10361"/>
                </a:cubicBezTo>
                <a:cubicBezTo>
                  <a:pt x="4230" y="8514"/>
                  <a:pt x="4147" y="6773"/>
                  <a:pt x="3999" y="5236"/>
                </a:cubicBezTo>
                <a:close/>
                <a:moveTo>
                  <a:pt x="7927" y="7913"/>
                </a:moveTo>
                <a:lnTo>
                  <a:pt x="8119" y="7913"/>
                </a:lnTo>
                <a:cubicBezTo>
                  <a:pt x="8489" y="7913"/>
                  <a:pt x="8586" y="8979"/>
                  <a:pt x="8586" y="10880"/>
                </a:cubicBezTo>
                <a:cubicBezTo>
                  <a:pt x="8586" y="12915"/>
                  <a:pt x="8474" y="13935"/>
                  <a:pt x="8188" y="13935"/>
                </a:cubicBezTo>
                <a:cubicBezTo>
                  <a:pt x="8188" y="13935"/>
                  <a:pt x="8121" y="13935"/>
                  <a:pt x="8121" y="13935"/>
                </a:cubicBezTo>
                <a:cubicBezTo>
                  <a:pt x="7964" y="13935"/>
                  <a:pt x="7927" y="13667"/>
                  <a:pt x="7927" y="12916"/>
                </a:cubicBezTo>
                <a:lnTo>
                  <a:pt x="7927" y="7913"/>
                </a:lnTo>
                <a:close/>
                <a:moveTo>
                  <a:pt x="13658" y="7913"/>
                </a:moveTo>
                <a:lnTo>
                  <a:pt x="13850" y="7913"/>
                </a:lnTo>
                <a:cubicBezTo>
                  <a:pt x="14220" y="7913"/>
                  <a:pt x="14318" y="8979"/>
                  <a:pt x="14318" y="10880"/>
                </a:cubicBezTo>
                <a:cubicBezTo>
                  <a:pt x="14318" y="12915"/>
                  <a:pt x="14205" y="13935"/>
                  <a:pt x="13919" y="13935"/>
                </a:cubicBezTo>
                <a:cubicBezTo>
                  <a:pt x="13919" y="13935"/>
                  <a:pt x="13854" y="13935"/>
                  <a:pt x="13854" y="13935"/>
                </a:cubicBezTo>
                <a:cubicBezTo>
                  <a:pt x="13697" y="13935"/>
                  <a:pt x="13658" y="13667"/>
                  <a:pt x="13658" y="12916"/>
                </a:cubicBezTo>
                <a:lnTo>
                  <a:pt x="13658" y="7913"/>
                </a:lnTo>
                <a:close/>
                <a:moveTo>
                  <a:pt x="5519" y="17532"/>
                </a:moveTo>
                <a:lnTo>
                  <a:pt x="5519" y="18701"/>
                </a:lnTo>
                <a:lnTo>
                  <a:pt x="21600" y="18701"/>
                </a:lnTo>
                <a:cubicBezTo>
                  <a:pt x="21600" y="18701"/>
                  <a:pt x="21600" y="17532"/>
                  <a:pt x="21600" y="17532"/>
                </a:cubicBezTo>
                <a:lnTo>
                  <a:pt x="5519" y="17532"/>
                </a:lnTo>
                <a:close/>
              </a:path>
            </a:pathLst>
          </a:custGeom>
          <a:solidFill>
            <a:schemeClr val="bg1"/>
          </a:solidFill>
          <a:ln w="12700">
            <a:miter lim="400000"/>
          </a:ln>
        </p:spPr>
        <p:txBody>
          <a:bodyPr lIns="38100" tIns="38100" rIns="38100" bIns="38100" anchor="ctr"/>
          <a:lstStyle/>
          <a:p>
            <a:pPr defTabSz="914377">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endParaRPr>
          </a:p>
        </p:txBody>
      </p:sp>
    </p:spTree>
    <p:extLst>
      <p:ext uri="{BB962C8B-B14F-4D97-AF65-F5344CB8AC3E}">
        <p14:creationId xmlns:p14="http://schemas.microsoft.com/office/powerpoint/2010/main" val="1514510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Титул с картинкой под градиентом">
    <p:spTree>
      <p:nvGrpSpPr>
        <p:cNvPr id="1" name=""/>
        <p:cNvGrpSpPr/>
        <p:nvPr/>
      </p:nvGrpSpPr>
      <p:grpSpPr>
        <a:xfrm>
          <a:off x="0" y="0"/>
          <a:ext cx="0" cy="0"/>
          <a:chOff x="0" y="0"/>
          <a:chExt cx="0" cy="0"/>
        </a:xfrm>
      </p:grpSpPr>
      <p:sp>
        <p:nvSpPr>
          <p:cNvPr id="5" name="Rectangle 4"/>
          <p:cNvSpPr/>
          <p:nvPr userDrawn="1"/>
        </p:nvSpPr>
        <p:spPr>
          <a:xfrm rot="10800000">
            <a:off x="-5245" y="0"/>
            <a:ext cx="12197249" cy="6858000"/>
          </a:xfrm>
          <a:prstGeom prst="rect">
            <a:avLst/>
          </a:prstGeom>
          <a:gradFill flip="none" rotWithShape="1">
            <a:gsLst>
              <a:gs pos="6000">
                <a:schemeClr val="accent2">
                  <a:alpha val="70000"/>
                </a:schemeClr>
              </a:gs>
              <a:gs pos="95000">
                <a:schemeClr val="accent6"/>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z="1867">
              <a:solidFill>
                <a:srgbClr val="FFFFFF"/>
              </a:solidFill>
            </a:endParaRPr>
          </a:p>
        </p:txBody>
      </p:sp>
      <p:sp>
        <p:nvSpPr>
          <p:cNvPr id="33" name="Title 9"/>
          <p:cNvSpPr>
            <a:spLocks noGrp="1"/>
          </p:cNvSpPr>
          <p:nvPr>
            <p:ph type="title" hasCustomPrompt="1"/>
          </p:nvPr>
        </p:nvSpPr>
        <p:spPr>
          <a:xfrm>
            <a:off x="587378" y="2097092"/>
            <a:ext cx="10188575" cy="701731"/>
          </a:xfrm>
          <a:prstGeom prst="rect">
            <a:avLst/>
          </a:prstGeom>
        </p:spPr>
        <p:txBody>
          <a:bodyPr lIns="68580" tIns="34290" rIns="68580" bIns="34290" anchor="t" anchorCtr="0">
            <a:spAutoFit/>
          </a:bodyPr>
          <a:lstStyle>
            <a:lvl1pPr>
              <a:lnSpc>
                <a:spcPct val="90000"/>
              </a:lnSpc>
              <a:defRPr sz="4400" b="0" i="0" cap="none" baseline="0">
                <a:solidFill>
                  <a:schemeClr val="bg1"/>
                </a:solidFill>
                <a:latin typeface="+mj-lt"/>
                <a:ea typeface="Calibri Light" charset="0"/>
                <a:cs typeface="Calibri Light" charset="0"/>
              </a:defRPr>
            </a:lvl1pPr>
          </a:lstStyle>
          <a:p>
            <a:r>
              <a:rPr lang="ru-RU"/>
              <a:t>Название презентации</a:t>
            </a:r>
            <a:endParaRPr lang="en-US"/>
          </a:p>
        </p:txBody>
      </p:sp>
      <p:sp>
        <p:nvSpPr>
          <p:cNvPr id="4" name="Text Placeholder 3"/>
          <p:cNvSpPr>
            <a:spLocks noGrp="1"/>
          </p:cNvSpPr>
          <p:nvPr>
            <p:ph type="body" sz="quarter" idx="12" hasCustomPrompt="1"/>
          </p:nvPr>
        </p:nvSpPr>
        <p:spPr>
          <a:xfrm>
            <a:off x="587376" y="4344989"/>
            <a:ext cx="7561261" cy="401648"/>
          </a:xfrm>
          <a:prstGeom prst="rect">
            <a:avLst/>
          </a:prstGeom>
        </p:spPr>
        <p:txBody>
          <a:bodyPr lIns="68580" tIns="34290" rIns="68580" bIns="34290">
            <a:spAutoFit/>
          </a:bodyPr>
          <a:lstStyle>
            <a:lvl1pPr>
              <a:defRPr lang="en-US" sz="2400" b="0" i="0" kern="1200" cap="none" baseline="0">
                <a:solidFill>
                  <a:schemeClr val="bg1"/>
                </a:solidFill>
                <a:latin typeface="+mj-lt"/>
                <a:ea typeface="Calibri" charset="0"/>
                <a:cs typeface="Calibri" charset="0"/>
              </a:defRPr>
            </a:lvl1pPr>
            <a:lvl2pPr marL="0" marR="0" indent="0" algn="l" defTabSz="914377" rtl="0" eaLnBrk="1" fontAlgn="auto" latinLnBrk="0" hangingPunct="1">
              <a:lnSpc>
                <a:spcPct val="100000"/>
              </a:lnSpc>
              <a:spcBef>
                <a:spcPct val="0"/>
              </a:spcBef>
              <a:spcAft>
                <a:spcPts val="0"/>
              </a:spcAft>
              <a:buClrTx/>
              <a:buSzTx/>
              <a:buFont typeface="Arial"/>
              <a:buNone/>
              <a:tabLst/>
              <a:defRPr/>
            </a:lvl2pPr>
          </a:lstStyle>
          <a:p>
            <a:pPr lvl="0"/>
            <a:r>
              <a:rPr lang="ru-RU" dirty="0"/>
              <a:t>Дополнительный текст, пояснение, подзаголовок</a:t>
            </a:r>
          </a:p>
        </p:txBody>
      </p:sp>
      <p:sp>
        <p:nvSpPr>
          <p:cNvPr id="7" name="Shape"/>
          <p:cNvSpPr/>
          <p:nvPr userDrawn="1"/>
        </p:nvSpPr>
        <p:spPr>
          <a:xfrm>
            <a:off x="695330" y="692154"/>
            <a:ext cx="1990513" cy="374625"/>
          </a:xfrm>
          <a:custGeom>
            <a:avLst/>
            <a:gdLst/>
            <a:ahLst/>
            <a:cxnLst>
              <a:cxn ang="0">
                <a:pos x="wd2" y="hd2"/>
              </a:cxn>
              <a:cxn ang="5400000">
                <a:pos x="wd2" y="hd2"/>
              </a:cxn>
              <a:cxn ang="10800000">
                <a:pos x="wd2" y="hd2"/>
              </a:cxn>
              <a:cxn ang="16200000">
                <a:pos x="wd2" y="hd2"/>
              </a:cxn>
            </a:cxnLst>
            <a:rect l="0" t="0" r="r" b="b"/>
            <a:pathLst>
              <a:path w="21600" h="21600" extrusionOk="0">
                <a:moveTo>
                  <a:pt x="2936" y="0"/>
                </a:moveTo>
                <a:lnTo>
                  <a:pt x="1286" y="5042"/>
                </a:lnTo>
                <a:lnTo>
                  <a:pt x="551" y="2798"/>
                </a:lnTo>
                <a:cubicBezTo>
                  <a:pt x="499" y="3104"/>
                  <a:pt x="449" y="3428"/>
                  <a:pt x="403" y="3762"/>
                </a:cubicBezTo>
                <a:cubicBezTo>
                  <a:pt x="403" y="3762"/>
                  <a:pt x="1286" y="6458"/>
                  <a:pt x="1286" y="6458"/>
                </a:cubicBezTo>
                <a:lnTo>
                  <a:pt x="3183" y="659"/>
                </a:lnTo>
                <a:cubicBezTo>
                  <a:pt x="3104" y="413"/>
                  <a:pt x="3022" y="191"/>
                  <a:pt x="2936" y="0"/>
                </a:cubicBezTo>
                <a:close/>
                <a:moveTo>
                  <a:pt x="3397" y="1421"/>
                </a:moveTo>
                <a:lnTo>
                  <a:pt x="1286" y="7874"/>
                </a:lnTo>
                <a:lnTo>
                  <a:pt x="277" y="4790"/>
                </a:lnTo>
                <a:cubicBezTo>
                  <a:pt x="239" y="5144"/>
                  <a:pt x="205" y="5514"/>
                  <a:pt x="174" y="5891"/>
                </a:cubicBezTo>
                <a:lnTo>
                  <a:pt x="1286" y="9285"/>
                </a:lnTo>
                <a:cubicBezTo>
                  <a:pt x="1286" y="9285"/>
                  <a:pt x="3583" y="2264"/>
                  <a:pt x="3583" y="2264"/>
                </a:cubicBezTo>
                <a:cubicBezTo>
                  <a:pt x="3524" y="1964"/>
                  <a:pt x="3462" y="1684"/>
                  <a:pt x="3397" y="1421"/>
                </a:cubicBezTo>
                <a:close/>
                <a:moveTo>
                  <a:pt x="6427" y="2793"/>
                </a:moveTo>
                <a:cubicBezTo>
                  <a:pt x="5648" y="2793"/>
                  <a:pt x="5344" y="5127"/>
                  <a:pt x="5344" y="8979"/>
                </a:cubicBezTo>
                <a:cubicBezTo>
                  <a:pt x="5344" y="12999"/>
                  <a:pt x="5724" y="14870"/>
                  <a:pt x="6383" y="14870"/>
                </a:cubicBezTo>
                <a:cubicBezTo>
                  <a:pt x="6662" y="14870"/>
                  <a:pt x="6932" y="14483"/>
                  <a:pt x="7133" y="13799"/>
                </a:cubicBezTo>
                <a:lnTo>
                  <a:pt x="7064" y="13101"/>
                </a:lnTo>
                <a:cubicBezTo>
                  <a:pt x="6932" y="13451"/>
                  <a:pt x="6772" y="13784"/>
                  <a:pt x="6514" y="13784"/>
                </a:cubicBezTo>
                <a:cubicBezTo>
                  <a:pt x="5971" y="13784"/>
                  <a:pt x="5856" y="11550"/>
                  <a:pt x="5856" y="8548"/>
                </a:cubicBezTo>
                <a:cubicBezTo>
                  <a:pt x="5856" y="5396"/>
                  <a:pt x="5975" y="3559"/>
                  <a:pt x="6442" y="3559"/>
                </a:cubicBezTo>
                <a:cubicBezTo>
                  <a:pt x="6741" y="3559"/>
                  <a:pt x="6837" y="4161"/>
                  <a:pt x="6888" y="5028"/>
                </a:cubicBezTo>
                <a:lnTo>
                  <a:pt x="6926" y="5760"/>
                </a:lnTo>
                <a:lnTo>
                  <a:pt x="7066" y="5760"/>
                </a:lnTo>
                <a:cubicBezTo>
                  <a:pt x="7060" y="4976"/>
                  <a:pt x="7060" y="4110"/>
                  <a:pt x="7066" y="3326"/>
                </a:cubicBezTo>
                <a:cubicBezTo>
                  <a:pt x="7004" y="3193"/>
                  <a:pt x="6772" y="2793"/>
                  <a:pt x="6427" y="2793"/>
                </a:cubicBezTo>
                <a:close/>
                <a:moveTo>
                  <a:pt x="7330" y="2992"/>
                </a:moveTo>
                <a:lnTo>
                  <a:pt x="7330" y="3360"/>
                </a:lnTo>
                <a:cubicBezTo>
                  <a:pt x="7440" y="3493"/>
                  <a:pt x="7456" y="3662"/>
                  <a:pt x="7456" y="4296"/>
                </a:cubicBezTo>
                <a:lnTo>
                  <a:pt x="7456" y="13367"/>
                </a:lnTo>
                <a:cubicBezTo>
                  <a:pt x="7456" y="14001"/>
                  <a:pt x="7440" y="14170"/>
                  <a:pt x="7330" y="14303"/>
                </a:cubicBezTo>
                <a:lnTo>
                  <a:pt x="7330" y="14667"/>
                </a:lnTo>
                <a:lnTo>
                  <a:pt x="8210" y="14667"/>
                </a:lnTo>
                <a:cubicBezTo>
                  <a:pt x="8747" y="14667"/>
                  <a:pt x="9079" y="13899"/>
                  <a:pt x="9079" y="10764"/>
                </a:cubicBezTo>
                <a:cubicBezTo>
                  <a:pt x="9079" y="7545"/>
                  <a:pt x="8652" y="7181"/>
                  <a:pt x="8049" y="7181"/>
                </a:cubicBezTo>
                <a:lnTo>
                  <a:pt x="7927" y="7181"/>
                </a:lnTo>
                <a:lnTo>
                  <a:pt x="7927" y="4412"/>
                </a:lnTo>
                <a:cubicBezTo>
                  <a:pt x="7927" y="3912"/>
                  <a:pt x="7946" y="3728"/>
                  <a:pt x="8084" y="3728"/>
                </a:cubicBezTo>
                <a:cubicBezTo>
                  <a:pt x="8084" y="3728"/>
                  <a:pt x="8385" y="3728"/>
                  <a:pt x="8385" y="3728"/>
                </a:cubicBezTo>
                <a:cubicBezTo>
                  <a:pt x="8671" y="3728"/>
                  <a:pt x="8749" y="3842"/>
                  <a:pt x="8818" y="5042"/>
                </a:cubicBezTo>
                <a:lnTo>
                  <a:pt x="8847" y="5527"/>
                </a:lnTo>
                <a:lnTo>
                  <a:pt x="8966" y="5527"/>
                </a:lnTo>
                <a:cubicBezTo>
                  <a:pt x="8960" y="4677"/>
                  <a:pt x="8960" y="3842"/>
                  <a:pt x="8966" y="2992"/>
                </a:cubicBezTo>
                <a:lnTo>
                  <a:pt x="7330" y="2992"/>
                </a:lnTo>
                <a:close/>
                <a:moveTo>
                  <a:pt x="9327" y="2992"/>
                </a:moveTo>
                <a:lnTo>
                  <a:pt x="9327" y="3360"/>
                </a:lnTo>
                <a:cubicBezTo>
                  <a:pt x="9437" y="3493"/>
                  <a:pt x="9453" y="3662"/>
                  <a:pt x="9453" y="4296"/>
                </a:cubicBezTo>
                <a:lnTo>
                  <a:pt x="9453" y="13367"/>
                </a:lnTo>
                <a:cubicBezTo>
                  <a:pt x="9453" y="14001"/>
                  <a:pt x="9437" y="14170"/>
                  <a:pt x="9327" y="14303"/>
                </a:cubicBezTo>
                <a:lnTo>
                  <a:pt x="9327" y="14667"/>
                </a:lnTo>
                <a:lnTo>
                  <a:pt x="10909" y="14667"/>
                </a:lnTo>
                <a:cubicBezTo>
                  <a:pt x="10903" y="13766"/>
                  <a:pt x="10903" y="12852"/>
                  <a:pt x="10909" y="11952"/>
                </a:cubicBezTo>
                <a:lnTo>
                  <a:pt x="10771" y="11952"/>
                </a:lnTo>
                <a:lnTo>
                  <a:pt x="10752" y="12383"/>
                </a:lnTo>
                <a:cubicBezTo>
                  <a:pt x="10689" y="13834"/>
                  <a:pt x="10614" y="13935"/>
                  <a:pt x="10329" y="13935"/>
                </a:cubicBezTo>
                <a:lnTo>
                  <a:pt x="10266" y="13935"/>
                </a:lnTo>
                <a:cubicBezTo>
                  <a:pt x="9977" y="13935"/>
                  <a:pt x="9924" y="13699"/>
                  <a:pt x="9924" y="12999"/>
                </a:cubicBezTo>
                <a:lnTo>
                  <a:pt x="9924" y="8645"/>
                </a:lnTo>
                <a:lnTo>
                  <a:pt x="10216" y="8645"/>
                </a:lnTo>
                <a:cubicBezTo>
                  <a:pt x="10338" y="8645"/>
                  <a:pt x="10529" y="8715"/>
                  <a:pt x="10604" y="8999"/>
                </a:cubicBezTo>
                <a:lnTo>
                  <a:pt x="10604" y="7530"/>
                </a:lnTo>
                <a:cubicBezTo>
                  <a:pt x="10529" y="7813"/>
                  <a:pt x="10338" y="7879"/>
                  <a:pt x="10216" y="7879"/>
                </a:cubicBezTo>
                <a:lnTo>
                  <a:pt x="9924" y="7879"/>
                </a:lnTo>
                <a:lnTo>
                  <a:pt x="9924" y="4262"/>
                </a:lnTo>
                <a:cubicBezTo>
                  <a:pt x="9924" y="3862"/>
                  <a:pt x="9939" y="3728"/>
                  <a:pt x="10033" y="3728"/>
                </a:cubicBezTo>
                <a:cubicBezTo>
                  <a:pt x="10033" y="3728"/>
                  <a:pt x="10279" y="3728"/>
                  <a:pt x="10279" y="3728"/>
                </a:cubicBezTo>
                <a:cubicBezTo>
                  <a:pt x="10564" y="3728"/>
                  <a:pt x="10642" y="3842"/>
                  <a:pt x="10711" y="5042"/>
                </a:cubicBezTo>
                <a:lnTo>
                  <a:pt x="10739" y="5527"/>
                </a:lnTo>
                <a:lnTo>
                  <a:pt x="10859" y="5527"/>
                </a:lnTo>
                <a:cubicBezTo>
                  <a:pt x="10853" y="4677"/>
                  <a:pt x="10853" y="3842"/>
                  <a:pt x="10859" y="2992"/>
                </a:cubicBezTo>
                <a:lnTo>
                  <a:pt x="9327" y="2992"/>
                </a:lnTo>
                <a:close/>
                <a:moveTo>
                  <a:pt x="11192" y="2992"/>
                </a:moveTo>
                <a:lnTo>
                  <a:pt x="11192" y="3360"/>
                </a:lnTo>
                <a:cubicBezTo>
                  <a:pt x="11302" y="3493"/>
                  <a:pt x="11317" y="3662"/>
                  <a:pt x="11317" y="4296"/>
                </a:cubicBezTo>
                <a:lnTo>
                  <a:pt x="11317" y="13367"/>
                </a:lnTo>
                <a:cubicBezTo>
                  <a:pt x="11317" y="14001"/>
                  <a:pt x="11302" y="14170"/>
                  <a:pt x="11192" y="14303"/>
                </a:cubicBezTo>
                <a:lnTo>
                  <a:pt x="11192" y="14667"/>
                </a:lnTo>
                <a:cubicBezTo>
                  <a:pt x="11192" y="14667"/>
                  <a:pt x="11914" y="14667"/>
                  <a:pt x="11914" y="14667"/>
                </a:cubicBezTo>
                <a:lnTo>
                  <a:pt x="11914" y="14303"/>
                </a:lnTo>
                <a:cubicBezTo>
                  <a:pt x="11804" y="14170"/>
                  <a:pt x="11788" y="14001"/>
                  <a:pt x="11788" y="13367"/>
                </a:cubicBezTo>
                <a:lnTo>
                  <a:pt x="11788" y="10046"/>
                </a:lnTo>
                <a:lnTo>
                  <a:pt x="12008" y="10046"/>
                </a:lnTo>
                <a:cubicBezTo>
                  <a:pt x="12538" y="10046"/>
                  <a:pt x="12865" y="9199"/>
                  <a:pt x="12865" y="6347"/>
                </a:cubicBezTo>
                <a:cubicBezTo>
                  <a:pt x="12865" y="3545"/>
                  <a:pt x="12538" y="2992"/>
                  <a:pt x="12102" y="2992"/>
                </a:cubicBezTo>
                <a:lnTo>
                  <a:pt x="11192" y="2992"/>
                </a:lnTo>
                <a:close/>
                <a:moveTo>
                  <a:pt x="13063" y="2992"/>
                </a:moveTo>
                <a:lnTo>
                  <a:pt x="13063" y="3360"/>
                </a:lnTo>
                <a:cubicBezTo>
                  <a:pt x="13172" y="3493"/>
                  <a:pt x="13188" y="3662"/>
                  <a:pt x="13188" y="4296"/>
                </a:cubicBezTo>
                <a:lnTo>
                  <a:pt x="13188" y="13367"/>
                </a:lnTo>
                <a:cubicBezTo>
                  <a:pt x="13188" y="14001"/>
                  <a:pt x="13172" y="14170"/>
                  <a:pt x="13063" y="14303"/>
                </a:cubicBezTo>
                <a:lnTo>
                  <a:pt x="13063" y="14667"/>
                </a:lnTo>
                <a:lnTo>
                  <a:pt x="13941" y="14667"/>
                </a:lnTo>
                <a:cubicBezTo>
                  <a:pt x="14478" y="14667"/>
                  <a:pt x="14811" y="13899"/>
                  <a:pt x="14811" y="10764"/>
                </a:cubicBezTo>
                <a:cubicBezTo>
                  <a:pt x="14811" y="7545"/>
                  <a:pt x="14384" y="7181"/>
                  <a:pt x="13782" y="7181"/>
                </a:cubicBezTo>
                <a:lnTo>
                  <a:pt x="13658" y="7181"/>
                </a:lnTo>
                <a:lnTo>
                  <a:pt x="13658" y="4412"/>
                </a:lnTo>
                <a:cubicBezTo>
                  <a:pt x="13658" y="3912"/>
                  <a:pt x="13677" y="3728"/>
                  <a:pt x="13815" y="3728"/>
                </a:cubicBezTo>
                <a:cubicBezTo>
                  <a:pt x="13815" y="3728"/>
                  <a:pt x="14117" y="3728"/>
                  <a:pt x="14117" y="3728"/>
                </a:cubicBezTo>
                <a:cubicBezTo>
                  <a:pt x="14403" y="3728"/>
                  <a:pt x="14481" y="3842"/>
                  <a:pt x="14550" y="5042"/>
                </a:cubicBezTo>
                <a:lnTo>
                  <a:pt x="14578" y="5527"/>
                </a:lnTo>
                <a:lnTo>
                  <a:pt x="14698" y="5527"/>
                </a:lnTo>
                <a:cubicBezTo>
                  <a:pt x="14692" y="4677"/>
                  <a:pt x="14692" y="3842"/>
                  <a:pt x="14698" y="2992"/>
                </a:cubicBezTo>
                <a:lnTo>
                  <a:pt x="13063" y="2992"/>
                </a:lnTo>
                <a:close/>
                <a:moveTo>
                  <a:pt x="15564" y="2992"/>
                </a:moveTo>
                <a:lnTo>
                  <a:pt x="15564" y="3360"/>
                </a:lnTo>
                <a:cubicBezTo>
                  <a:pt x="15677" y="3493"/>
                  <a:pt x="15690" y="3810"/>
                  <a:pt x="15690" y="4044"/>
                </a:cubicBezTo>
                <a:cubicBezTo>
                  <a:pt x="15690" y="4377"/>
                  <a:pt x="15674" y="4746"/>
                  <a:pt x="15583" y="5930"/>
                </a:cubicBezTo>
                <a:lnTo>
                  <a:pt x="15178" y="11234"/>
                </a:lnTo>
                <a:cubicBezTo>
                  <a:pt x="15027" y="13185"/>
                  <a:pt x="14927" y="14216"/>
                  <a:pt x="14874" y="14667"/>
                </a:cubicBezTo>
                <a:lnTo>
                  <a:pt x="15273" y="14667"/>
                </a:lnTo>
                <a:cubicBezTo>
                  <a:pt x="15276" y="14400"/>
                  <a:pt x="15294" y="13898"/>
                  <a:pt x="15319" y="13232"/>
                </a:cubicBezTo>
                <a:cubicBezTo>
                  <a:pt x="15347" y="12564"/>
                  <a:pt x="15401" y="11616"/>
                  <a:pt x="15473" y="10448"/>
                </a:cubicBezTo>
                <a:lnTo>
                  <a:pt x="16170" y="10448"/>
                </a:lnTo>
                <a:lnTo>
                  <a:pt x="16265" y="11932"/>
                </a:lnTo>
                <a:cubicBezTo>
                  <a:pt x="16324" y="12866"/>
                  <a:pt x="16393" y="14033"/>
                  <a:pt x="16411" y="14667"/>
                </a:cubicBezTo>
                <a:cubicBezTo>
                  <a:pt x="16411" y="14667"/>
                  <a:pt x="16971" y="14667"/>
                  <a:pt x="16971" y="14667"/>
                </a:cubicBezTo>
                <a:cubicBezTo>
                  <a:pt x="16924" y="14250"/>
                  <a:pt x="16826" y="13082"/>
                  <a:pt x="16735" y="11714"/>
                </a:cubicBezTo>
                <a:lnTo>
                  <a:pt x="16274" y="4727"/>
                </a:lnTo>
                <a:cubicBezTo>
                  <a:pt x="16208" y="3743"/>
                  <a:pt x="16201" y="3342"/>
                  <a:pt x="16192" y="2992"/>
                </a:cubicBezTo>
                <a:lnTo>
                  <a:pt x="15564" y="2992"/>
                </a:lnTo>
                <a:close/>
                <a:moveTo>
                  <a:pt x="17140" y="2992"/>
                </a:moveTo>
                <a:lnTo>
                  <a:pt x="17140" y="3360"/>
                </a:lnTo>
                <a:cubicBezTo>
                  <a:pt x="17250" y="3493"/>
                  <a:pt x="17266" y="3662"/>
                  <a:pt x="17266" y="4296"/>
                </a:cubicBezTo>
                <a:lnTo>
                  <a:pt x="17266" y="13367"/>
                </a:lnTo>
                <a:cubicBezTo>
                  <a:pt x="17266" y="14001"/>
                  <a:pt x="17250" y="14170"/>
                  <a:pt x="17140" y="14303"/>
                </a:cubicBezTo>
                <a:lnTo>
                  <a:pt x="17140" y="14667"/>
                </a:lnTo>
                <a:lnTo>
                  <a:pt x="17861" y="14667"/>
                </a:lnTo>
                <a:lnTo>
                  <a:pt x="17861" y="14303"/>
                </a:lnTo>
                <a:cubicBezTo>
                  <a:pt x="17752" y="14170"/>
                  <a:pt x="17736" y="14001"/>
                  <a:pt x="17736" y="13367"/>
                </a:cubicBezTo>
                <a:lnTo>
                  <a:pt x="17736" y="8645"/>
                </a:lnTo>
                <a:lnTo>
                  <a:pt x="18584" y="8645"/>
                </a:lnTo>
                <a:cubicBezTo>
                  <a:pt x="18584" y="8645"/>
                  <a:pt x="18584" y="13367"/>
                  <a:pt x="18584" y="13367"/>
                </a:cubicBezTo>
                <a:cubicBezTo>
                  <a:pt x="18584" y="14001"/>
                  <a:pt x="18568" y="14170"/>
                  <a:pt x="18458" y="14303"/>
                </a:cubicBezTo>
                <a:lnTo>
                  <a:pt x="18458" y="14667"/>
                </a:lnTo>
                <a:lnTo>
                  <a:pt x="19180" y="14667"/>
                </a:lnTo>
                <a:lnTo>
                  <a:pt x="19180" y="14303"/>
                </a:lnTo>
                <a:cubicBezTo>
                  <a:pt x="19070" y="14170"/>
                  <a:pt x="19055" y="14001"/>
                  <a:pt x="19055" y="13367"/>
                </a:cubicBezTo>
                <a:lnTo>
                  <a:pt x="19055" y="4296"/>
                </a:lnTo>
                <a:cubicBezTo>
                  <a:pt x="19055" y="3662"/>
                  <a:pt x="19070" y="3493"/>
                  <a:pt x="19180" y="3360"/>
                </a:cubicBezTo>
                <a:lnTo>
                  <a:pt x="19180" y="2992"/>
                </a:lnTo>
                <a:lnTo>
                  <a:pt x="18458" y="2992"/>
                </a:lnTo>
                <a:lnTo>
                  <a:pt x="18458" y="3360"/>
                </a:lnTo>
                <a:cubicBezTo>
                  <a:pt x="18568" y="3493"/>
                  <a:pt x="18584" y="3662"/>
                  <a:pt x="18584" y="4296"/>
                </a:cubicBezTo>
                <a:lnTo>
                  <a:pt x="18584" y="7879"/>
                </a:lnTo>
                <a:lnTo>
                  <a:pt x="17736" y="7879"/>
                </a:lnTo>
                <a:lnTo>
                  <a:pt x="17736" y="4296"/>
                </a:lnTo>
                <a:cubicBezTo>
                  <a:pt x="17736" y="3662"/>
                  <a:pt x="17752" y="3493"/>
                  <a:pt x="17861" y="3360"/>
                </a:cubicBezTo>
                <a:lnTo>
                  <a:pt x="17861" y="2992"/>
                </a:lnTo>
                <a:lnTo>
                  <a:pt x="17140" y="2992"/>
                </a:lnTo>
                <a:close/>
                <a:moveTo>
                  <a:pt x="19529" y="2992"/>
                </a:moveTo>
                <a:lnTo>
                  <a:pt x="19529" y="3360"/>
                </a:lnTo>
                <a:cubicBezTo>
                  <a:pt x="19638" y="3493"/>
                  <a:pt x="19655" y="3662"/>
                  <a:pt x="19655" y="4296"/>
                </a:cubicBezTo>
                <a:cubicBezTo>
                  <a:pt x="19655" y="4296"/>
                  <a:pt x="19655" y="13367"/>
                  <a:pt x="19655" y="13367"/>
                </a:cubicBezTo>
                <a:cubicBezTo>
                  <a:pt x="19655" y="14001"/>
                  <a:pt x="19638" y="14170"/>
                  <a:pt x="19529" y="14303"/>
                </a:cubicBezTo>
                <a:lnTo>
                  <a:pt x="19529" y="14667"/>
                </a:lnTo>
                <a:lnTo>
                  <a:pt x="20250" y="14667"/>
                </a:lnTo>
                <a:lnTo>
                  <a:pt x="20250" y="14303"/>
                </a:lnTo>
                <a:cubicBezTo>
                  <a:pt x="20141" y="14170"/>
                  <a:pt x="20125" y="14001"/>
                  <a:pt x="20125" y="13367"/>
                </a:cubicBezTo>
                <a:lnTo>
                  <a:pt x="20125" y="4296"/>
                </a:lnTo>
                <a:cubicBezTo>
                  <a:pt x="20125" y="3662"/>
                  <a:pt x="20141" y="3493"/>
                  <a:pt x="20250" y="3360"/>
                </a:cubicBezTo>
                <a:lnTo>
                  <a:pt x="20250" y="2992"/>
                </a:lnTo>
                <a:lnTo>
                  <a:pt x="19529" y="2992"/>
                </a:lnTo>
                <a:close/>
                <a:moveTo>
                  <a:pt x="20906" y="2992"/>
                </a:moveTo>
                <a:cubicBezTo>
                  <a:pt x="20847" y="3792"/>
                  <a:pt x="20624" y="5376"/>
                  <a:pt x="20451" y="6560"/>
                </a:cubicBezTo>
                <a:lnTo>
                  <a:pt x="20163" y="8548"/>
                </a:lnTo>
                <a:lnTo>
                  <a:pt x="20496" y="11200"/>
                </a:lnTo>
                <a:cubicBezTo>
                  <a:pt x="20725" y="13035"/>
                  <a:pt x="20803" y="14050"/>
                  <a:pt x="20856" y="14667"/>
                </a:cubicBezTo>
                <a:lnTo>
                  <a:pt x="21595" y="14667"/>
                </a:lnTo>
                <a:cubicBezTo>
                  <a:pt x="21334" y="13266"/>
                  <a:pt x="20975" y="10698"/>
                  <a:pt x="20822" y="9547"/>
                </a:cubicBezTo>
                <a:cubicBezTo>
                  <a:pt x="20822" y="9547"/>
                  <a:pt x="20536" y="7394"/>
                  <a:pt x="20536" y="7394"/>
                </a:cubicBezTo>
                <a:lnTo>
                  <a:pt x="20765" y="6095"/>
                </a:lnTo>
                <a:cubicBezTo>
                  <a:pt x="20866" y="5511"/>
                  <a:pt x="21214" y="3645"/>
                  <a:pt x="21421" y="3011"/>
                </a:cubicBezTo>
                <a:lnTo>
                  <a:pt x="21421" y="2992"/>
                </a:lnTo>
                <a:lnTo>
                  <a:pt x="20906" y="2992"/>
                </a:lnTo>
                <a:close/>
                <a:moveTo>
                  <a:pt x="3744" y="3185"/>
                </a:moveTo>
                <a:cubicBezTo>
                  <a:pt x="3744" y="3185"/>
                  <a:pt x="1286" y="10701"/>
                  <a:pt x="1286" y="10701"/>
                </a:cubicBezTo>
                <a:lnTo>
                  <a:pt x="93" y="7055"/>
                </a:lnTo>
                <a:cubicBezTo>
                  <a:pt x="70" y="7458"/>
                  <a:pt x="50" y="7874"/>
                  <a:pt x="36" y="8296"/>
                </a:cubicBezTo>
                <a:lnTo>
                  <a:pt x="1286" y="12112"/>
                </a:lnTo>
                <a:lnTo>
                  <a:pt x="3882" y="4179"/>
                </a:lnTo>
                <a:cubicBezTo>
                  <a:pt x="3839" y="3835"/>
                  <a:pt x="3793" y="3502"/>
                  <a:pt x="3744" y="3185"/>
                </a:cubicBezTo>
                <a:close/>
                <a:moveTo>
                  <a:pt x="11926" y="3728"/>
                </a:moveTo>
                <a:lnTo>
                  <a:pt x="11977" y="3728"/>
                </a:lnTo>
                <a:cubicBezTo>
                  <a:pt x="12272" y="3728"/>
                  <a:pt x="12372" y="4710"/>
                  <a:pt x="12372" y="6245"/>
                </a:cubicBezTo>
                <a:cubicBezTo>
                  <a:pt x="12372" y="8063"/>
                  <a:pt x="12302" y="9314"/>
                  <a:pt x="12010" y="9314"/>
                </a:cubicBezTo>
                <a:cubicBezTo>
                  <a:pt x="12010" y="9314"/>
                  <a:pt x="11788" y="9314"/>
                  <a:pt x="11788" y="9314"/>
                </a:cubicBezTo>
                <a:lnTo>
                  <a:pt x="11788" y="4359"/>
                </a:lnTo>
                <a:cubicBezTo>
                  <a:pt x="11788" y="3808"/>
                  <a:pt x="11832" y="3728"/>
                  <a:pt x="11926" y="3728"/>
                </a:cubicBezTo>
                <a:close/>
                <a:moveTo>
                  <a:pt x="15827" y="4960"/>
                </a:moveTo>
                <a:lnTo>
                  <a:pt x="16123" y="9663"/>
                </a:lnTo>
                <a:cubicBezTo>
                  <a:pt x="16123" y="9663"/>
                  <a:pt x="15524" y="9663"/>
                  <a:pt x="15524" y="9663"/>
                </a:cubicBezTo>
                <a:lnTo>
                  <a:pt x="15827" y="4960"/>
                </a:lnTo>
                <a:close/>
                <a:moveTo>
                  <a:pt x="3999" y="5236"/>
                </a:moveTo>
                <a:lnTo>
                  <a:pt x="1286" y="13527"/>
                </a:lnTo>
                <a:lnTo>
                  <a:pt x="5" y="9615"/>
                </a:lnTo>
                <a:cubicBezTo>
                  <a:pt x="1" y="9862"/>
                  <a:pt x="0" y="10108"/>
                  <a:pt x="0" y="10361"/>
                </a:cubicBezTo>
                <a:cubicBezTo>
                  <a:pt x="0" y="16568"/>
                  <a:pt x="947" y="21600"/>
                  <a:pt x="2115" y="21600"/>
                </a:cubicBezTo>
                <a:cubicBezTo>
                  <a:pt x="3283" y="21600"/>
                  <a:pt x="4230" y="16568"/>
                  <a:pt x="4230" y="10361"/>
                </a:cubicBezTo>
                <a:cubicBezTo>
                  <a:pt x="4230" y="8514"/>
                  <a:pt x="4147" y="6773"/>
                  <a:pt x="3999" y="5236"/>
                </a:cubicBezTo>
                <a:close/>
                <a:moveTo>
                  <a:pt x="7927" y="7913"/>
                </a:moveTo>
                <a:lnTo>
                  <a:pt x="8119" y="7913"/>
                </a:lnTo>
                <a:cubicBezTo>
                  <a:pt x="8489" y="7913"/>
                  <a:pt x="8586" y="8979"/>
                  <a:pt x="8586" y="10880"/>
                </a:cubicBezTo>
                <a:cubicBezTo>
                  <a:pt x="8586" y="12915"/>
                  <a:pt x="8474" y="13935"/>
                  <a:pt x="8188" y="13935"/>
                </a:cubicBezTo>
                <a:cubicBezTo>
                  <a:pt x="8188" y="13935"/>
                  <a:pt x="8121" y="13935"/>
                  <a:pt x="8121" y="13935"/>
                </a:cubicBezTo>
                <a:cubicBezTo>
                  <a:pt x="7964" y="13935"/>
                  <a:pt x="7927" y="13667"/>
                  <a:pt x="7927" y="12916"/>
                </a:cubicBezTo>
                <a:lnTo>
                  <a:pt x="7927" y="7913"/>
                </a:lnTo>
                <a:close/>
                <a:moveTo>
                  <a:pt x="13658" y="7913"/>
                </a:moveTo>
                <a:lnTo>
                  <a:pt x="13850" y="7913"/>
                </a:lnTo>
                <a:cubicBezTo>
                  <a:pt x="14220" y="7913"/>
                  <a:pt x="14318" y="8979"/>
                  <a:pt x="14318" y="10880"/>
                </a:cubicBezTo>
                <a:cubicBezTo>
                  <a:pt x="14318" y="12915"/>
                  <a:pt x="14205" y="13935"/>
                  <a:pt x="13919" y="13935"/>
                </a:cubicBezTo>
                <a:cubicBezTo>
                  <a:pt x="13919" y="13935"/>
                  <a:pt x="13854" y="13935"/>
                  <a:pt x="13854" y="13935"/>
                </a:cubicBezTo>
                <a:cubicBezTo>
                  <a:pt x="13697" y="13935"/>
                  <a:pt x="13658" y="13667"/>
                  <a:pt x="13658" y="12916"/>
                </a:cubicBezTo>
                <a:lnTo>
                  <a:pt x="13658" y="7913"/>
                </a:lnTo>
                <a:close/>
                <a:moveTo>
                  <a:pt x="5519" y="17532"/>
                </a:moveTo>
                <a:lnTo>
                  <a:pt x="5519" y="18701"/>
                </a:lnTo>
                <a:lnTo>
                  <a:pt x="21600" y="18701"/>
                </a:lnTo>
                <a:cubicBezTo>
                  <a:pt x="21600" y="18701"/>
                  <a:pt x="21600" y="17532"/>
                  <a:pt x="21600" y="17532"/>
                </a:cubicBezTo>
                <a:lnTo>
                  <a:pt x="5519" y="17532"/>
                </a:lnTo>
                <a:close/>
              </a:path>
            </a:pathLst>
          </a:custGeom>
          <a:solidFill>
            <a:schemeClr val="bg1"/>
          </a:solidFill>
          <a:ln w="12700">
            <a:miter lim="400000"/>
          </a:ln>
        </p:spPr>
        <p:txBody>
          <a:bodyPr lIns="38100" tIns="38100" rIns="38100" bIns="38100" anchor="ctr"/>
          <a:lstStyle/>
          <a:p>
            <a:pPr defTabSz="914377">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endParaRPr>
          </a:p>
        </p:txBody>
      </p:sp>
      <p:pic>
        <p:nvPicPr>
          <p:cNvPr id="2" name="Рисунок 1" descr="http://05311BFB0B7396CBCF59420FADC09062.dms.sberbank.ru/05311BFB0B7396CBCF59420FADC09062-A3706015402A346BAE2C7E4161CEDD42-AA08E215F1EBA7C368CDE302EC67DC4F/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4157589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3021841772"/>
              </p:ext>
            </p:extLst>
          </p:nvPr>
        </p:nvGraphicFramePr>
        <p:xfrm>
          <a:off x="2034" y="1592"/>
          <a:ext cx="2015" cy="1587"/>
        </p:xfrm>
        <a:graphic>
          <a:graphicData uri="http://schemas.openxmlformats.org/presentationml/2006/ole">
            <mc:AlternateContent xmlns:mc="http://schemas.openxmlformats.org/markup-compatibility/2006">
              <mc:Choice xmlns:v="urn:schemas-microsoft-com:vml" Requires="v">
                <p:oleObj name="Слайд think-cell" r:id="rId3" imgW="360" imgH="360" progId="TCLayout.ActiveDocument.1">
                  <p:embed/>
                </p:oleObj>
              </mc:Choice>
              <mc:Fallback>
                <p:oleObj name="Слайд think-cell" r:id="rId3" imgW="360" imgH="360" progId="TCLayout.ActiveDocument.1">
                  <p:embed/>
                  <p:pic>
                    <p:nvPicPr>
                      <p:cNvPr id="11" name="Object 10"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4" y="1592"/>
                        <a:ext cx="2015"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10" descr="SBRF-9129.jp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7783245" y="4077091"/>
            <a:ext cx="4408755" cy="2780927"/>
          </a:xfrm>
          <a:prstGeom prst="rect">
            <a:avLst/>
          </a:prstGeom>
        </p:spPr>
      </p:pic>
      <p:sp>
        <p:nvSpPr>
          <p:cNvPr id="2" name="Title 1"/>
          <p:cNvSpPr>
            <a:spLocks noGrp="1"/>
          </p:cNvSpPr>
          <p:nvPr>
            <p:ph type="ctrTitle"/>
          </p:nvPr>
        </p:nvSpPr>
        <p:spPr>
          <a:xfrm>
            <a:off x="1483455" y="2130445"/>
            <a:ext cx="9794161" cy="1470025"/>
          </a:xfrm>
          <a:prstGeom prst="rect">
            <a:avLst/>
          </a:prstGeom>
        </p:spPr>
        <p:txBody>
          <a:bodyPr lIns="91438" tIns="45719" rIns="91438" bIns="45719">
            <a:normAutofit/>
          </a:bodyPr>
          <a:lstStyle>
            <a:lvl1pPr>
              <a:defRPr sz="320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1483440" y="3886200"/>
            <a:ext cx="6449725" cy="1752600"/>
          </a:xfrm>
          <a:prstGeom prst="rect">
            <a:avLst/>
          </a:prstGeom>
        </p:spPr>
        <p:txBody>
          <a:bodyPr lIns="91438" tIns="45719" rIns="91438" bIns="45719">
            <a:normAutofit/>
          </a:bodyPr>
          <a:lstStyle>
            <a:lvl1pPr marL="0" indent="0" algn="l">
              <a:buNone/>
              <a:defRPr sz="2267">
                <a:solidFill>
                  <a:schemeClr val="accent3"/>
                </a:solidFill>
              </a:defRPr>
            </a:lvl1pPr>
            <a:lvl2pPr marL="528605" indent="0" algn="ctr">
              <a:buNone/>
              <a:defRPr>
                <a:solidFill>
                  <a:schemeClr val="tx1">
                    <a:tint val="75000"/>
                  </a:schemeClr>
                </a:solidFill>
              </a:defRPr>
            </a:lvl2pPr>
            <a:lvl3pPr marL="1057214" indent="0" algn="ctr">
              <a:buNone/>
              <a:defRPr>
                <a:solidFill>
                  <a:schemeClr val="tx1">
                    <a:tint val="75000"/>
                  </a:schemeClr>
                </a:solidFill>
              </a:defRPr>
            </a:lvl3pPr>
            <a:lvl4pPr marL="1585816" indent="0" algn="ctr">
              <a:buNone/>
              <a:defRPr>
                <a:solidFill>
                  <a:schemeClr val="tx1">
                    <a:tint val="75000"/>
                  </a:schemeClr>
                </a:solidFill>
              </a:defRPr>
            </a:lvl4pPr>
            <a:lvl5pPr marL="2114422" indent="0" algn="ctr">
              <a:buNone/>
              <a:defRPr>
                <a:solidFill>
                  <a:schemeClr val="tx1">
                    <a:tint val="75000"/>
                  </a:schemeClr>
                </a:solidFill>
              </a:defRPr>
            </a:lvl5pPr>
            <a:lvl6pPr marL="2643019" indent="0" algn="ctr">
              <a:buNone/>
              <a:defRPr>
                <a:solidFill>
                  <a:schemeClr val="tx1">
                    <a:tint val="75000"/>
                  </a:schemeClr>
                </a:solidFill>
              </a:defRPr>
            </a:lvl6pPr>
            <a:lvl7pPr marL="3171631" indent="0" algn="ctr">
              <a:buNone/>
              <a:defRPr>
                <a:solidFill>
                  <a:schemeClr val="tx1">
                    <a:tint val="75000"/>
                  </a:schemeClr>
                </a:solidFill>
              </a:defRPr>
            </a:lvl7pPr>
            <a:lvl8pPr marL="3700241" indent="0" algn="ctr">
              <a:buNone/>
              <a:defRPr>
                <a:solidFill>
                  <a:schemeClr val="tx1">
                    <a:tint val="75000"/>
                  </a:schemeClr>
                </a:solidFill>
              </a:defRPr>
            </a:lvl8pPr>
            <a:lvl9pPr marL="4228845" indent="0" algn="ctr">
              <a:buNone/>
              <a:defRPr>
                <a:solidFill>
                  <a:schemeClr val="tx1">
                    <a:tint val="75000"/>
                  </a:schemeClr>
                </a:solidFill>
              </a:defRPr>
            </a:lvl9pPr>
          </a:lstStyle>
          <a:p>
            <a:r>
              <a:rPr lang="en-US" dirty="0"/>
              <a:t>Click to edit Master subtitle style</a:t>
            </a:r>
          </a:p>
        </p:txBody>
      </p:sp>
      <p:sp>
        <p:nvSpPr>
          <p:cNvPr id="4" name="Subnomenclature"/>
          <p:cNvSpPr txBox="1"/>
          <p:nvPr userDrawn="1"/>
        </p:nvSpPr>
        <p:spPr>
          <a:xfrm>
            <a:off x="1146859" y="6406638"/>
            <a:ext cx="65" cy="184666"/>
          </a:xfrm>
          <a:prstGeom prst="rect">
            <a:avLst/>
          </a:prstGeom>
          <a:noFill/>
        </p:spPr>
        <p:txBody>
          <a:bodyPr vert="horz" wrap="none" lIns="0" tIns="0" rIns="0" bIns="0" rtlCol="0" anchor="b">
            <a:spAutoFit/>
          </a:bodyPr>
          <a:lstStyle/>
          <a:p>
            <a:pPr defTabSz="914377">
              <a:spcBef>
                <a:spcPts val="695"/>
              </a:spcBef>
            </a:pPr>
            <a:endParaRPr lang="en-US" sz="1200" b="1" dirty="0">
              <a:solidFill>
                <a:srgbClr val="DC0F00"/>
              </a:solidFill>
            </a:endParaRPr>
          </a:p>
        </p:txBody>
      </p:sp>
      <p:pic>
        <p:nvPicPr>
          <p:cNvPr id="6" name="Picture 3" descr="C:\Users\amosova-pn\Desktop\Информация\Амосовой Полине\Бренд\есть\Логотипы\PI_S1\PI_S1_RGB.png"/>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452532" y="326817"/>
            <a:ext cx="3346837" cy="869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443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9_Title Slide">
    <p:spTree>
      <p:nvGrpSpPr>
        <p:cNvPr id="1" name=""/>
        <p:cNvGrpSpPr/>
        <p:nvPr/>
      </p:nvGrpSpPr>
      <p:grpSpPr>
        <a:xfrm>
          <a:off x="0" y="0"/>
          <a:ext cx="0" cy="0"/>
          <a:chOff x="0" y="0"/>
          <a:chExt cx="0" cy="0"/>
        </a:xfrm>
      </p:grpSpPr>
      <p:cxnSp>
        <p:nvCxnSpPr>
          <p:cNvPr id="10" name="Straight Connector 9"/>
          <p:cNvCxnSpPr/>
          <p:nvPr/>
        </p:nvCxnSpPr>
        <p:spPr>
          <a:xfrm>
            <a:off x="0" y="958177"/>
            <a:ext cx="12192000" cy="0"/>
          </a:xfrm>
          <a:prstGeom prst="line">
            <a:avLst/>
          </a:prstGeom>
          <a:ln>
            <a:solidFill>
              <a:srgbClr val="95C43F"/>
            </a:solidFill>
          </a:ln>
          <a:effectLst/>
        </p:spPr>
        <p:style>
          <a:lnRef idx="2">
            <a:schemeClr val="accent1"/>
          </a:lnRef>
          <a:fillRef idx="0">
            <a:schemeClr val="accent1"/>
          </a:fillRef>
          <a:effectRef idx="1">
            <a:schemeClr val="accent1"/>
          </a:effectRef>
          <a:fontRef idx="minor">
            <a:schemeClr val="tx1"/>
          </a:fontRef>
        </p:style>
      </p:cxnSp>
      <p:sp>
        <p:nvSpPr>
          <p:cNvPr id="4" name="Заголовок 3"/>
          <p:cNvSpPr>
            <a:spLocks noGrp="1"/>
          </p:cNvSpPr>
          <p:nvPr>
            <p:ph type="title"/>
          </p:nvPr>
        </p:nvSpPr>
        <p:spPr>
          <a:xfrm>
            <a:off x="117645" y="97164"/>
            <a:ext cx="8571272" cy="769109"/>
          </a:xfrm>
          <a:prstGeom prst="rect">
            <a:avLst/>
          </a:prstGeom>
        </p:spPr>
        <p:txBody>
          <a:bodyPr lIns="91438" tIns="45719" rIns="91438" bIns="45719"/>
          <a:lstStyle/>
          <a:p>
            <a:r>
              <a:rPr lang="ru-RU"/>
              <a:t>Образец заголовка</a:t>
            </a:r>
          </a:p>
        </p:txBody>
      </p:sp>
      <p:sp>
        <p:nvSpPr>
          <p:cNvPr id="8" name="TextBox 7"/>
          <p:cNvSpPr txBox="1"/>
          <p:nvPr userDrawn="1"/>
        </p:nvSpPr>
        <p:spPr>
          <a:xfrm>
            <a:off x="11472601" y="6453344"/>
            <a:ext cx="719403" cy="410431"/>
          </a:xfrm>
          <a:prstGeom prst="rect">
            <a:avLst/>
          </a:prstGeom>
          <a:noFill/>
        </p:spPr>
        <p:txBody>
          <a:bodyPr wrap="square" lIns="121917" tIns="60959" rIns="121917" bIns="60959" rtlCol="0">
            <a:spAutoFit/>
          </a:bodyPr>
          <a:lstStyle/>
          <a:p>
            <a:pPr defTabSz="1219140"/>
            <a:fld id="{91AD4EB0-CEB3-4892-90AA-400FF97E5AC3}" type="slidenum">
              <a:rPr lang="ru-RU" sz="1867" smtClean="0">
                <a:solidFill>
                  <a:srgbClr val="000000"/>
                </a:solidFill>
                <a:cs typeface="Calibri" panose="020F0502020204030204" pitchFamily="34" charset="0"/>
              </a:rPr>
              <a:pPr defTabSz="1219140"/>
              <a:t>‹#›</a:t>
            </a:fld>
            <a:endParaRPr lang="ru-RU" sz="1867" dirty="0">
              <a:solidFill>
                <a:srgbClr val="000000"/>
              </a:solidFill>
              <a:cs typeface="Calibri" panose="020F0502020204030204" pitchFamily="34" charset="0"/>
            </a:endParaRPr>
          </a:p>
        </p:txBody>
      </p:sp>
      <p:pic>
        <p:nvPicPr>
          <p:cNvPr id="7" name="Picture 7" descr="Screen Shot 2013-12-24 at 12.16.45.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25693" y="163113"/>
            <a:ext cx="2035531" cy="637215"/>
          </a:xfrm>
          <a:prstGeom prst="rect">
            <a:avLst/>
          </a:prstGeom>
        </p:spPr>
      </p:pic>
    </p:spTree>
    <p:extLst>
      <p:ext uri="{BB962C8B-B14F-4D97-AF65-F5344CB8AC3E}">
        <p14:creationId xmlns:p14="http://schemas.microsoft.com/office/powerpoint/2010/main" val="625504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 колонки текст + цитата справа">
    <p:spTree>
      <p:nvGrpSpPr>
        <p:cNvPr id="1" name=""/>
        <p:cNvGrpSpPr/>
        <p:nvPr/>
      </p:nvGrpSpPr>
      <p:grpSpPr>
        <a:xfrm>
          <a:off x="0" y="0"/>
          <a:ext cx="0" cy="0"/>
          <a:chOff x="0" y="0"/>
          <a:chExt cx="0" cy="0"/>
        </a:xfrm>
      </p:grpSpPr>
      <p:sp>
        <p:nvSpPr>
          <p:cNvPr id="8" name="Rectangle 7"/>
          <p:cNvSpPr/>
          <p:nvPr userDrawn="1"/>
        </p:nvSpPr>
        <p:spPr>
          <a:xfrm>
            <a:off x="0" y="-9177"/>
            <a:ext cx="12192000" cy="882357"/>
          </a:xfrm>
          <a:prstGeom prst="rect">
            <a:avLst/>
          </a:prstGeom>
          <a:solidFill>
            <a:schemeClr val="bg1"/>
          </a:solidFill>
          <a:ln w="12700" cap="flat">
            <a:noFill/>
            <a:miter lim="400000"/>
          </a:ln>
          <a:effectLst>
            <a:outerShdw blurRad="12700" dist="25400" dir="5400000" rotWithShape="0">
              <a:schemeClr val="bg2">
                <a:lumMod val="90000"/>
                <a:alpha val="2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28575" rtlCol="0" anchor="ctr">
            <a:spAutoFit/>
          </a:bodyPr>
          <a:lstStyle/>
          <a:p>
            <a:pPr algn="ctr" defTabSz="736582" hangingPunct="0"/>
            <a:endParaRPr lang="en-US" sz="5067">
              <a:solidFill>
                <a:srgbClr val="FFFFFF"/>
              </a:solidFill>
              <a:effectLst>
                <a:outerShdw blurRad="38100" dist="12700" dir="5400000" rotWithShape="0">
                  <a:srgbClr val="000000">
                    <a:alpha val="50000"/>
                  </a:srgbClr>
                </a:outerShdw>
              </a:effectLst>
              <a:sym typeface="Gill Sans"/>
            </a:endParaRPr>
          </a:p>
        </p:txBody>
      </p:sp>
      <p:sp>
        <p:nvSpPr>
          <p:cNvPr id="4" name="Text Placeholder 3"/>
          <p:cNvSpPr>
            <a:spLocks noGrp="1"/>
          </p:cNvSpPr>
          <p:nvPr>
            <p:ph type="body" sz="quarter" idx="12"/>
          </p:nvPr>
        </p:nvSpPr>
        <p:spPr>
          <a:xfrm>
            <a:off x="8509001" y="783772"/>
            <a:ext cx="3683001" cy="599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1053000" rIns="540000" bIns="34290" rtlCol="0" anchor="t"/>
          <a:lstStyle>
            <a:lvl1pPr marL="227008" indent="0">
              <a:lnSpc>
                <a:spcPct val="100000"/>
              </a:lnSpc>
              <a:spcBef>
                <a:spcPts val="600"/>
              </a:spcBef>
              <a:tabLst/>
              <a:defRPr lang="en-US" sz="2000">
                <a:solidFill>
                  <a:srgbClr val="FFFFFF"/>
                </a:solidFill>
                <a:latin typeface="Calibri Light"/>
                <a:ea typeface="+mn-ea"/>
                <a:cs typeface="+mn-cs"/>
              </a:defRPr>
            </a:lvl1pPr>
          </a:lstStyle>
          <a:p>
            <a:pPr marL="182558" lvl="0"/>
            <a:r>
              <a:rPr lang="en-US"/>
              <a:t>Click to edit Master text styles</a:t>
            </a:r>
          </a:p>
        </p:txBody>
      </p:sp>
      <p:sp>
        <p:nvSpPr>
          <p:cNvPr id="16" name="Title 1"/>
          <p:cNvSpPr>
            <a:spLocks noGrp="1"/>
          </p:cNvSpPr>
          <p:nvPr>
            <p:ph type="title"/>
          </p:nvPr>
        </p:nvSpPr>
        <p:spPr>
          <a:xfrm>
            <a:off x="587375" y="1"/>
            <a:ext cx="7596188" cy="872640"/>
          </a:xfrm>
          <a:prstGeom prst="rect">
            <a:avLst/>
          </a:prstGeom>
        </p:spPr>
        <p:txBody>
          <a:bodyPr lIns="68580" tIns="34290" rIns="68580" bIns="34290"/>
          <a:lstStyle>
            <a:lvl1pPr>
              <a:defRPr>
                <a:latin typeface="+mj-lt"/>
              </a:defRPr>
            </a:lvl1pPr>
          </a:lstStyle>
          <a:p>
            <a:r>
              <a:rPr lang="en-US" dirty="0"/>
              <a:t>Click to edit Master title style</a:t>
            </a:r>
          </a:p>
        </p:txBody>
      </p:sp>
      <p:sp>
        <p:nvSpPr>
          <p:cNvPr id="11" name="Text Placeholder 10"/>
          <p:cNvSpPr>
            <a:spLocks noGrp="1"/>
          </p:cNvSpPr>
          <p:nvPr>
            <p:ph type="body" sz="quarter" idx="14"/>
          </p:nvPr>
        </p:nvSpPr>
        <p:spPr>
          <a:xfrm>
            <a:off x="587377" y="1268413"/>
            <a:ext cx="7596505" cy="814843"/>
          </a:xfrm>
          <a:prstGeom prst="rect">
            <a:avLst/>
          </a:prstGeom>
        </p:spPr>
        <p:txBody>
          <a:bodyPr lIns="68580" tIns="34290" rIns="68580" bIns="34290" numCol="1" spcCol="270000"/>
          <a:lstStyle>
            <a:lvl1pPr>
              <a:lnSpc>
                <a:spcPct val="100000"/>
              </a:lnSpc>
              <a:spcBef>
                <a:spcPts val="600"/>
              </a:spcBef>
              <a:defRPr sz="2000">
                <a:solidFill>
                  <a:schemeClr val="accent5"/>
                </a:solidFill>
                <a:latin typeface="+mj-lt"/>
              </a:defRPr>
            </a:lvl1pPr>
            <a:lvl2pPr>
              <a:defRPr sz="1867">
                <a:latin typeface="+mj-lt"/>
              </a:defRPr>
            </a:lvl2pPr>
            <a:lvl3pPr>
              <a:defRPr sz="1867">
                <a:latin typeface="+mj-lt"/>
              </a:defRPr>
            </a:lvl3pPr>
            <a:lvl4pPr>
              <a:defRPr sz="1867">
                <a:latin typeface="+mj-lt"/>
              </a:defRPr>
            </a:lvl4pPr>
            <a:lvl5pPr>
              <a:defRPr sz="1867">
                <a:latin typeface="+mj-lt"/>
              </a:defRPr>
            </a:lvl5pPr>
          </a:lstStyle>
          <a:p>
            <a:pPr lvl="0"/>
            <a:r>
              <a:rPr lang="en-US"/>
              <a:t>Click to edit Master text styles</a:t>
            </a:r>
          </a:p>
        </p:txBody>
      </p:sp>
      <p:sp>
        <p:nvSpPr>
          <p:cNvPr id="9" name="Picture Placeholder 3"/>
          <p:cNvSpPr>
            <a:spLocks noGrp="1"/>
          </p:cNvSpPr>
          <p:nvPr>
            <p:ph type="pic" sz="quarter" idx="72" hasCustomPrompt="1"/>
          </p:nvPr>
        </p:nvSpPr>
        <p:spPr>
          <a:xfrm>
            <a:off x="8799522" y="1268413"/>
            <a:ext cx="812479" cy="814843"/>
          </a:xfrm>
          <a:prstGeom prst="rect">
            <a:avLst/>
          </a:prstGeom>
        </p:spPr>
        <p:txBody>
          <a:bodyPr lIns="68580" tIns="34290" rIns="68580" bIns="34290" anchor="ctr"/>
          <a:lstStyle>
            <a:lvl1pPr algn="ctr">
              <a:defRPr sz="1467" i="1">
                <a:solidFill>
                  <a:schemeClr val="bg1"/>
                </a:solidFill>
              </a:defRPr>
            </a:lvl1pPr>
          </a:lstStyle>
          <a:p>
            <a:r>
              <a:rPr lang="ru-RU"/>
              <a:t>иконка</a:t>
            </a:r>
            <a:endParaRPr lang="en-US"/>
          </a:p>
        </p:txBody>
      </p:sp>
      <p:sp>
        <p:nvSpPr>
          <p:cNvPr id="3" name="Text Placeholder 2"/>
          <p:cNvSpPr>
            <a:spLocks noGrp="1"/>
          </p:cNvSpPr>
          <p:nvPr>
            <p:ph type="body" sz="quarter" idx="73"/>
          </p:nvPr>
        </p:nvSpPr>
        <p:spPr>
          <a:xfrm>
            <a:off x="587375" y="2827091"/>
            <a:ext cx="7596188" cy="3338760"/>
          </a:xfrm>
          <a:prstGeom prst="rect">
            <a:avLst/>
          </a:prstGeom>
        </p:spPr>
        <p:txBody>
          <a:bodyPr lIns="68580" tIns="34290" rIns="68580" bIns="34290"/>
          <a:lstStyle>
            <a:lvl1pPr marL="177796" indent="-177796">
              <a:spcBef>
                <a:spcPts val="400"/>
              </a:spcBef>
              <a:buFont typeface="Wingdings" charset="2"/>
              <a:buChar char="§"/>
              <a:tabLst/>
              <a:defRPr sz="1600">
                <a:latin typeface="+mj-lt"/>
              </a:defRPr>
            </a:lvl1pPr>
          </a:lstStyle>
          <a:p>
            <a:pPr lvl="0"/>
            <a:r>
              <a:rPr lang="en-US" dirty="0"/>
              <a:t>Click to edit Master text styles</a:t>
            </a:r>
          </a:p>
        </p:txBody>
      </p:sp>
      <p:sp>
        <p:nvSpPr>
          <p:cNvPr id="2" name="Rectangle 1"/>
          <p:cNvSpPr/>
          <p:nvPr userDrawn="1"/>
        </p:nvSpPr>
        <p:spPr>
          <a:xfrm>
            <a:off x="8509001" y="0"/>
            <a:ext cx="3683001" cy="86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z="1867">
              <a:solidFill>
                <a:srgbClr val="FFFFFF"/>
              </a:solidFill>
            </a:endParaRPr>
          </a:p>
        </p:txBody>
      </p:sp>
      <p:sp>
        <p:nvSpPr>
          <p:cNvPr id="15" name="Shape"/>
          <p:cNvSpPr/>
          <p:nvPr userDrawn="1"/>
        </p:nvSpPr>
        <p:spPr>
          <a:xfrm>
            <a:off x="9991115" y="286073"/>
            <a:ext cx="1505560" cy="283355"/>
          </a:xfrm>
          <a:custGeom>
            <a:avLst/>
            <a:gdLst/>
            <a:ahLst/>
            <a:cxnLst>
              <a:cxn ang="0">
                <a:pos x="wd2" y="hd2"/>
              </a:cxn>
              <a:cxn ang="5400000">
                <a:pos x="wd2" y="hd2"/>
              </a:cxn>
              <a:cxn ang="10800000">
                <a:pos x="wd2" y="hd2"/>
              </a:cxn>
              <a:cxn ang="16200000">
                <a:pos x="wd2" y="hd2"/>
              </a:cxn>
            </a:cxnLst>
            <a:rect l="0" t="0" r="r" b="b"/>
            <a:pathLst>
              <a:path w="21600" h="21600" extrusionOk="0">
                <a:moveTo>
                  <a:pt x="2936" y="0"/>
                </a:moveTo>
                <a:lnTo>
                  <a:pt x="1286" y="5042"/>
                </a:lnTo>
                <a:lnTo>
                  <a:pt x="551" y="2798"/>
                </a:lnTo>
                <a:cubicBezTo>
                  <a:pt x="499" y="3104"/>
                  <a:pt x="449" y="3428"/>
                  <a:pt x="403" y="3762"/>
                </a:cubicBezTo>
                <a:cubicBezTo>
                  <a:pt x="403" y="3762"/>
                  <a:pt x="1286" y="6458"/>
                  <a:pt x="1286" y="6458"/>
                </a:cubicBezTo>
                <a:lnTo>
                  <a:pt x="3183" y="659"/>
                </a:lnTo>
                <a:cubicBezTo>
                  <a:pt x="3104" y="413"/>
                  <a:pt x="3022" y="191"/>
                  <a:pt x="2936" y="0"/>
                </a:cubicBezTo>
                <a:close/>
                <a:moveTo>
                  <a:pt x="3397" y="1421"/>
                </a:moveTo>
                <a:lnTo>
                  <a:pt x="1286" y="7874"/>
                </a:lnTo>
                <a:lnTo>
                  <a:pt x="277" y="4790"/>
                </a:lnTo>
                <a:cubicBezTo>
                  <a:pt x="239" y="5144"/>
                  <a:pt x="205" y="5514"/>
                  <a:pt x="174" y="5891"/>
                </a:cubicBezTo>
                <a:lnTo>
                  <a:pt x="1286" y="9285"/>
                </a:lnTo>
                <a:cubicBezTo>
                  <a:pt x="1286" y="9285"/>
                  <a:pt x="3583" y="2264"/>
                  <a:pt x="3583" y="2264"/>
                </a:cubicBezTo>
                <a:cubicBezTo>
                  <a:pt x="3524" y="1964"/>
                  <a:pt x="3462" y="1684"/>
                  <a:pt x="3397" y="1421"/>
                </a:cubicBezTo>
                <a:close/>
                <a:moveTo>
                  <a:pt x="6427" y="2793"/>
                </a:moveTo>
                <a:cubicBezTo>
                  <a:pt x="5648" y="2793"/>
                  <a:pt x="5344" y="5127"/>
                  <a:pt x="5344" y="8979"/>
                </a:cubicBezTo>
                <a:cubicBezTo>
                  <a:pt x="5344" y="12999"/>
                  <a:pt x="5724" y="14870"/>
                  <a:pt x="6383" y="14870"/>
                </a:cubicBezTo>
                <a:cubicBezTo>
                  <a:pt x="6662" y="14870"/>
                  <a:pt x="6932" y="14483"/>
                  <a:pt x="7133" y="13799"/>
                </a:cubicBezTo>
                <a:lnTo>
                  <a:pt x="7064" y="13101"/>
                </a:lnTo>
                <a:cubicBezTo>
                  <a:pt x="6932" y="13451"/>
                  <a:pt x="6772" y="13784"/>
                  <a:pt x="6514" y="13784"/>
                </a:cubicBezTo>
                <a:cubicBezTo>
                  <a:pt x="5971" y="13784"/>
                  <a:pt x="5856" y="11550"/>
                  <a:pt x="5856" y="8548"/>
                </a:cubicBezTo>
                <a:cubicBezTo>
                  <a:pt x="5856" y="5396"/>
                  <a:pt x="5975" y="3559"/>
                  <a:pt x="6442" y="3559"/>
                </a:cubicBezTo>
                <a:cubicBezTo>
                  <a:pt x="6741" y="3559"/>
                  <a:pt x="6837" y="4161"/>
                  <a:pt x="6888" y="5028"/>
                </a:cubicBezTo>
                <a:lnTo>
                  <a:pt x="6926" y="5760"/>
                </a:lnTo>
                <a:lnTo>
                  <a:pt x="7066" y="5760"/>
                </a:lnTo>
                <a:cubicBezTo>
                  <a:pt x="7060" y="4976"/>
                  <a:pt x="7060" y="4110"/>
                  <a:pt x="7066" y="3326"/>
                </a:cubicBezTo>
                <a:cubicBezTo>
                  <a:pt x="7004" y="3193"/>
                  <a:pt x="6772" y="2793"/>
                  <a:pt x="6427" y="2793"/>
                </a:cubicBezTo>
                <a:close/>
                <a:moveTo>
                  <a:pt x="7330" y="2992"/>
                </a:moveTo>
                <a:lnTo>
                  <a:pt x="7330" y="3360"/>
                </a:lnTo>
                <a:cubicBezTo>
                  <a:pt x="7440" y="3493"/>
                  <a:pt x="7456" y="3662"/>
                  <a:pt x="7456" y="4296"/>
                </a:cubicBezTo>
                <a:lnTo>
                  <a:pt x="7456" y="13367"/>
                </a:lnTo>
                <a:cubicBezTo>
                  <a:pt x="7456" y="14001"/>
                  <a:pt x="7440" y="14170"/>
                  <a:pt x="7330" y="14303"/>
                </a:cubicBezTo>
                <a:lnTo>
                  <a:pt x="7330" y="14667"/>
                </a:lnTo>
                <a:lnTo>
                  <a:pt x="8210" y="14667"/>
                </a:lnTo>
                <a:cubicBezTo>
                  <a:pt x="8747" y="14667"/>
                  <a:pt x="9079" y="13899"/>
                  <a:pt x="9079" y="10764"/>
                </a:cubicBezTo>
                <a:cubicBezTo>
                  <a:pt x="9079" y="7545"/>
                  <a:pt x="8652" y="7181"/>
                  <a:pt x="8049" y="7181"/>
                </a:cubicBezTo>
                <a:lnTo>
                  <a:pt x="7927" y="7181"/>
                </a:lnTo>
                <a:lnTo>
                  <a:pt x="7927" y="4412"/>
                </a:lnTo>
                <a:cubicBezTo>
                  <a:pt x="7927" y="3912"/>
                  <a:pt x="7946" y="3728"/>
                  <a:pt x="8084" y="3728"/>
                </a:cubicBezTo>
                <a:cubicBezTo>
                  <a:pt x="8084" y="3728"/>
                  <a:pt x="8385" y="3728"/>
                  <a:pt x="8385" y="3728"/>
                </a:cubicBezTo>
                <a:cubicBezTo>
                  <a:pt x="8671" y="3728"/>
                  <a:pt x="8749" y="3842"/>
                  <a:pt x="8818" y="5042"/>
                </a:cubicBezTo>
                <a:lnTo>
                  <a:pt x="8847" y="5527"/>
                </a:lnTo>
                <a:lnTo>
                  <a:pt x="8966" y="5527"/>
                </a:lnTo>
                <a:cubicBezTo>
                  <a:pt x="8960" y="4677"/>
                  <a:pt x="8960" y="3842"/>
                  <a:pt x="8966" y="2992"/>
                </a:cubicBezTo>
                <a:lnTo>
                  <a:pt x="7330" y="2992"/>
                </a:lnTo>
                <a:close/>
                <a:moveTo>
                  <a:pt x="9327" y="2992"/>
                </a:moveTo>
                <a:lnTo>
                  <a:pt x="9327" y="3360"/>
                </a:lnTo>
                <a:cubicBezTo>
                  <a:pt x="9437" y="3493"/>
                  <a:pt x="9453" y="3662"/>
                  <a:pt x="9453" y="4296"/>
                </a:cubicBezTo>
                <a:lnTo>
                  <a:pt x="9453" y="13367"/>
                </a:lnTo>
                <a:cubicBezTo>
                  <a:pt x="9453" y="14001"/>
                  <a:pt x="9437" y="14170"/>
                  <a:pt x="9327" y="14303"/>
                </a:cubicBezTo>
                <a:lnTo>
                  <a:pt x="9327" y="14667"/>
                </a:lnTo>
                <a:lnTo>
                  <a:pt x="10909" y="14667"/>
                </a:lnTo>
                <a:cubicBezTo>
                  <a:pt x="10903" y="13766"/>
                  <a:pt x="10903" y="12852"/>
                  <a:pt x="10909" y="11952"/>
                </a:cubicBezTo>
                <a:lnTo>
                  <a:pt x="10771" y="11952"/>
                </a:lnTo>
                <a:lnTo>
                  <a:pt x="10752" y="12383"/>
                </a:lnTo>
                <a:cubicBezTo>
                  <a:pt x="10689" y="13834"/>
                  <a:pt x="10614" y="13935"/>
                  <a:pt x="10329" y="13935"/>
                </a:cubicBezTo>
                <a:lnTo>
                  <a:pt x="10266" y="13935"/>
                </a:lnTo>
                <a:cubicBezTo>
                  <a:pt x="9977" y="13935"/>
                  <a:pt x="9924" y="13699"/>
                  <a:pt x="9924" y="12999"/>
                </a:cubicBezTo>
                <a:lnTo>
                  <a:pt x="9924" y="8645"/>
                </a:lnTo>
                <a:lnTo>
                  <a:pt x="10216" y="8645"/>
                </a:lnTo>
                <a:cubicBezTo>
                  <a:pt x="10338" y="8645"/>
                  <a:pt x="10529" y="8715"/>
                  <a:pt x="10604" y="8999"/>
                </a:cubicBezTo>
                <a:lnTo>
                  <a:pt x="10604" y="7530"/>
                </a:lnTo>
                <a:cubicBezTo>
                  <a:pt x="10529" y="7813"/>
                  <a:pt x="10338" y="7879"/>
                  <a:pt x="10216" y="7879"/>
                </a:cubicBezTo>
                <a:lnTo>
                  <a:pt x="9924" y="7879"/>
                </a:lnTo>
                <a:lnTo>
                  <a:pt x="9924" y="4262"/>
                </a:lnTo>
                <a:cubicBezTo>
                  <a:pt x="9924" y="3862"/>
                  <a:pt x="9939" y="3728"/>
                  <a:pt x="10033" y="3728"/>
                </a:cubicBezTo>
                <a:cubicBezTo>
                  <a:pt x="10033" y="3728"/>
                  <a:pt x="10279" y="3728"/>
                  <a:pt x="10279" y="3728"/>
                </a:cubicBezTo>
                <a:cubicBezTo>
                  <a:pt x="10564" y="3728"/>
                  <a:pt x="10642" y="3842"/>
                  <a:pt x="10711" y="5042"/>
                </a:cubicBezTo>
                <a:lnTo>
                  <a:pt x="10739" y="5527"/>
                </a:lnTo>
                <a:lnTo>
                  <a:pt x="10859" y="5527"/>
                </a:lnTo>
                <a:cubicBezTo>
                  <a:pt x="10853" y="4677"/>
                  <a:pt x="10853" y="3842"/>
                  <a:pt x="10859" y="2992"/>
                </a:cubicBezTo>
                <a:lnTo>
                  <a:pt x="9327" y="2992"/>
                </a:lnTo>
                <a:close/>
                <a:moveTo>
                  <a:pt x="11192" y="2992"/>
                </a:moveTo>
                <a:lnTo>
                  <a:pt x="11192" y="3360"/>
                </a:lnTo>
                <a:cubicBezTo>
                  <a:pt x="11302" y="3493"/>
                  <a:pt x="11317" y="3662"/>
                  <a:pt x="11317" y="4296"/>
                </a:cubicBezTo>
                <a:lnTo>
                  <a:pt x="11317" y="13367"/>
                </a:lnTo>
                <a:cubicBezTo>
                  <a:pt x="11317" y="14001"/>
                  <a:pt x="11302" y="14170"/>
                  <a:pt x="11192" y="14303"/>
                </a:cubicBezTo>
                <a:lnTo>
                  <a:pt x="11192" y="14667"/>
                </a:lnTo>
                <a:cubicBezTo>
                  <a:pt x="11192" y="14667"/>
                  <a:pt x="11914" y="14667"/>
                  <a:pt x="11914" y="14667"/>
                </a:cubicBezTo>
                <a:lnTo>
                  <a:pt x="11914" y="14303"/>
                </a:lnTo>
                <a:cubicBezTo>
                  <a:pt x="11804" y="14170"/>
                  <a:pt x="11788" y="14001"/>
                  <a:pt x="11788" y="13367"/>
                </a:cubicBezTo>
                <a:lnTo>
                  <a:pt x="11788" y="10046"/>
                </a:lnTo>
                <a:lnTo>
                  <a:pt x="12008" y="10046"/>
                </a:lnTo>
                <a:cubicBezTo>
                  <a:pt x="12538" y="10046"/>
                  <a:pt x="12865" y="9199"/>
                  <a:pt x="12865" y="6347"/>
                </a:cubicBezTo>
                <a:cubicBezTo>
                  <a:pt x="12865" y="3545"/>
                  <a:pt x="12538" y="2992"/>
                  <a:pt x="12102" y="2992"/>
                </a:cubicBezTo>
                <a:lnTo>
                  <a:pt x="11192" y="2992"/>
                </a:lnTo>
                <a:close/>
                <a:moveTo>
                  <a:pt x="13063" y="2992"/>
                </a:moveTo>
                <a:lnTo>
                  <a:pt x="13063" y="3360"/>
                </a:lnTo>
                <a:cubicBezTo>
                  <a:pt x="13172" y="3493"/>
                  <a:pt x="13188" y="3662"/>
                  <a:pt x="13188" y="4296"/>
                </a:cubicBezTo>
                <a:lnTo>
                  <a:pt x="13188" y="13367"/>
                </a:lnTo>
                <a:cubicBezTo>
                  <a:pt x="13188" y="14001"/>
                  <a:pt x="13172" y="14170"/>
                  <a:pt x="13063" y="14303"/>
                </a:cubicBezTo>
                <a:lnTo>
                  <a:pt x="13063" y="14667"/>
                </a:lnTo>
                <a:lnTo>
                  <a:pt x="13941" y="14667"/>
                </a:lnTo>
                <a:cubicBezTo>
                  <a:pt x="14478" y="14667"/>
                  <a:pt x="14811" y="13899"/>
                  <a:pt x="14811" y="10764"/>
                </a:cubicBezTo>
                <a:cubicBezTo>
                  <a:pt x="14811" y="7545"/>
                  <a:pt x="14384" y="7181"/>
                  <a:pt x="13782" y="7181"/>
                </a:cubicBezTo>
                <a:lnTo>
                  <a:pt x="13658" y="7181"/>
                </a:lnTo>
                <a:lnTo>
                  <a:pt x="13658" y="4412"/>
                </a:lnTo>
                <a:cubicBezTo>
                  <a:pt x="13658" y="3912"/>
                  <a:pt x="13677" y="3728"/>
                  <a:pt x="13815" y="3728"/>
                </a:cubicBezTo>
                <a:cubicBezTo>
                  <a:pt x="13815" y="3728"/>
                  <a:pt x="14117" y="3728"/>
                  <a:pt x="14117" y="3728"/>
                </a:cubicBezTo>
                <a:cubicBezTo>
                  <a:pt x="14403" y="3728"/>
                  <a:pt x="14481" y="3842"/>
                  <a:pt x="14550" y="5042"/>
                </a:cubicBezTo>
                <a:lnTo>
                  <a:pt x="14578" y="5527"/>
                </a:lnTo>
                <a:lnTo>
                  <a:pt x="14698" y="5527"/>
                </a:lnTo>
                <a:cubicBezTo>
                  <a:pt x="14692" y="4677"/>
                  <a:pt x="14692" y="3842"/>
                  <a:pt x="14698" y="2992"/>
                </a:cubicBezTo>
                <a:lnTo>
                  <a:pt x="13063" y="2992"/>
                </a:lnTo>
                <a:close/>
                <a:moveTo>
                  <a:pt x="15564" y="2992"/>
                </a:moveTo>
                <a:lnTo>
                  <a:pt x="15564" y="3360"/>
                </a:lnTo>
                <a:cubicBezTo>
                  <a:pt x="15677" y="3493"/>
                  <a:pt x="15690" y="3810"/>
                  <a:pt x="15690" y="4044"/>
                </a:cubicBezTo>
                <a:cubicBezTo>
                  <a:pt x="15690" y="4377"/>
                  <a:pt x="15674" y="4746"/>
                  <a:pt x="15583" y="5930"/>
                </a:cubicBezTo>
                <a:lnTo>
                  <a:pt x="15178" y="11234"/>
                </a:lnTo>
                <a:cubicBezTo>
                  <a:pt x="15027" y="13185"/>
                  <a:pt x="14927" y="14216"/>
                  <a:pt x="14874" y="14667"/>
                </a:cubicBezTo>
                <a:lnTo>
                  <a:pt x="15273" y="14667"/>
                </a:lnTo>
                <a:cubicBezTo>
                  <a:pt x="15276" y="14400"/>
                  <a:pt x="15294" y="13898"/>
                  <a:pt x="15319" y="13232"/>
                </a:cubicBezTo>
                <a:cubicBezTo>
                  <a:pt x="15347" y="12564"/>
                  <a:pt x="15401" y="11616"/>
                  <a:pt x="15473" y="10448"/>
                </a:cubicBezTo>
                <a:lnTo>
                  <a:pt x="16170" y="10448"/>
                </a:lnTo>
                <a:lnTo>
                  <a:pt x="16265" y="11932"/>
                </a:lnTo>
                <a:cubicBezTo>
                  <a:pt x="16324" y="12866"/>
                  <a:pt x="16393" y="14033"/>
                  <a:pt x="16411" y="14667"/>
                </a:cubicBezTo>
                <a:cubicBezTo>
                  <a:pt x="16411" y="14667"/>
                  <a:pt x="16971" y="14667"/>
                  <a:pt x="16971" y="14667"/>
                </a:cubicBezTo>
                <a:cubicBezTo>
                  <a:pt x="16924" y="14250"/>
                  <a:pt x="16826" y="13082"/>
                  <a:pt x="16735" y="11714"/>
                </a:cubicBezTo>
                <a:lnTo>
                  <a:pt x="16274" y="4727"/>
                </a:lnTo>
                <a:cubicBezTo>
                  <a:pt x="16208" y="3743"/>
                  <a:pt x="16201" y="3342"/>
                  <a:pt x="16192" y="2992"/>
                </a:cubicBezTo>
                <a:lnTo>
                  <a:pt x="15564" y="2992"/>
                </a:lnTo>
                <a:close/>
                <a:moveTo>
                  <a:pt x="17140" y="2992"/>
                </a:moveTo>
                <a:lnTo>
                  <a:pt x="17140" y="3360"/>
                </a:lnTo>
                <a:cubicBezTo>
                  <a:pt x="17250" y="3493"/>
                  <a:pt x="17266" y="3662"/>
                  <a:pt x="17266" y="4296"/>
                </a:cubicBezTo>
                <a:lnTo>
                  <a:pt x="17266" y="13367"/>
                </a:lnTo>
                <a:cubicBezTo>
                  <a:pt x="17266" y="14001"/>
                  <a:pt x="17250" y="14170"/>
                  <a:pt x="17140" y="14303"/>
                </a:cubicBezTo>
                <a:lnTo>
                  <a:pt x="17140" y="14667"/>
                </a:lnTo>
                <a:lnTo>
                  <a:pt x="17861" y="14667"/>
                </a:lnTo>
                <a:lnTo>
                  <a:pt x="17861" y="14303"/>
                </a:lnTo>
                <a:cubicBezTo>
                  <a:pt x="17752" y="14170"/>
                  <a:pt x="17736" y="14001"/>
                  <a:pt x="17736" y="13367"/>
                </a:cubicBezTo>
                <a:lnTo>
                  <a:pt x="17736" y="8645"/>
                </a:lnTo>
                <a:lnTo>
                  <a:pt x="18584" y="8645"/>
                </a:lnTo>
                <a:cubicBezTo>
                  <a:pt x="18584" y="8645"/>
                  <a:pt x="18584" y="13367"/>
                  <a:pt x="18584" y="13367"/>
                </a:cubicBezTo>
                <a:cubicBezTo>
                  <a:pt x="18584" y="14001"/>
                  <a:pt x="18568" y="14170"/>
                  <a:pt x="18458" y="14303"/>
                </a:cubicBezTo>
                <a:lnTo>
                  <a:pt x="18458" y="14667"/>
                </a:lnTo>
                <a:lnTo>
                  <a:pt x="19180" y="14667"/>
                </a:lnTo>
                <a:lnTo>
                  <a:pt x="19180" y="14303"/>
                </a:lnTo>
                <a:cubicBezTo>
                  <a:pt x="19070" y="14170"/>
                  <a:pt x="19055" y="14001"/>
                  <a:pt x="19055" y="13367"/>
                </a:cubicBezTo>
                <a:lnTo>
                  <a:pt x="19055" y="4296"/>
                </a:lnTo>
                <a:cubicBezTo>
                  <a:pt x="19055" y="3662"/>
                  <a:pt x="19070" y="3493"/>
                  <a:pt x="19180" y="3360"/>
                </a:cubicBezTo>
                <a:lnTo>
                  <a:pt x="19180" y="2992"/>
                </a:lnTo>
                <a:lnTo>
                  <a:pt x="18458" y="2992"/>
                </a:lnTo>
                <a:lnTo>
                  <a:pt x="18458" y="3360"/>
                </a:lnTo>
                <a:cubicBezTo>
                  <a:pt x="18568" y="3493"/>
                  <a:pt x="18584" y="3662"/>
                  <a:pt x="18584" y="4296"/>
                </a:cubicBezTo>
                <a:lnTo>
                  <a:pt x="18584" y="7879"/>
                </a:lnTo>
                <a:lnTo>
                  <a:pt x="17736" y="7879"/>
                </a:lnTo>
                <a:lnTo>
                  <a:pt x="17736" y="4296"/>
                </a:lnTo>
                <a:cubicBezTo>
                  <a:pt x="17736" y="3662"/>
                  <a:pt x="17752" y="3493"/>
                  <a:pt x="17861" y="3360"/>
                </a:cubicBezTo>
                <a:lnTo>
                  <a:pt x="17861" y="2992"/>
                </a:lnTo>
                <a:lnTo>
                  <a:pt x="17140" y="2992"/>
                </a:lnTo>
                <a:close/>
                <a:moveTo>
                  <a:pt x="19529" y="2992"/>
                </a:moveTo>
                <a:lnTo>
                  <a:pt x="19529" y="3360"/>
                </a:lnTo>
                <a:cubicBezTo>
                  <a:pt x="19638" y="3493"/>
                  <a:pt x="19655" y="3662"/>
                  <a:pt x="19655" y="4296"/>
                </a:cubicBezTo>
                <a:cubicBezTo>
                  <a:pt x="19655" y="4296"/>
                  <a:pt x="19655" y="13367"/>
                  <a:pt x="19655" y="13367"/>
                </a:cubicBezTo>
                <a:cubicBezTo>
                  <a:pt x="19655" y="14001"/>
                  <a:pt x="19638" y="14170"/>
                  <a:pt x="19529" y="14303"/>
                </a:cubicBezTo>
                <a:lnTo>
                  <a:pt x="19529" y="14667"/>
                </a:lnTo>
                <a:lnTo>
                  <a:pt x="20250" y="14667"/>
                </a:lnTo>
                <a:lnTo>
                  <a:pt x="20250" y="14303"/>
                </a:lnTo>
                <a:cubicBezTo>
                  <a:pt x="20141" y="14170"/>
                  <a:pt x="20125" y="14001"/>
                  <a:pt x="20125" y="13367"/>
                </a:cubicBezTo>
                <a:lnTo>
                  <a:pt x="20125" y="4296"/>
                </a:lnTo>
                <a:cubicBezTo>
                  <a:pt x="20125" y="3662"/>
                  <a:pt x="20141" y="3493"/>
                  <a:pt x="20250" y="3360"/>
                </a:cubicBezTo>
                <a:lnTo>
                  <a:pt x="20250" y="2992"/>
                </a:lnTo>
                <a:lnTo>
                  <a:pt x="19529" y="2992"/>
                </a:lnTo>
                <a:close/>
                <a:moveTo>
                  <a:pt x="20906" y="2992"/>
                </a:moveTo>
                <a:cubicBezTo>
                  <a:pt x="20847" y="3792"/>
                  <a:pt x="20624" y="5376"/>
                  <a:pt x="20451" y="6560"/>
                </a:cubicBezTo>
                <a:lnTo>
                  <a:pt x="20163" y="8548"/>
                </a:lnTo>
                <a:lnTo>
                  <a:pt x="20496" y="11200"/>
                </a:lnTo>
                <a:cubicBezTo>
                  <a:pt x="20725" y="13035"/>
                  <a:pt x="20803" y="14050"/>
                  <a:pt x="20856" y="14667"/>
                </a:cubicBezTo>
                <a:lnTo>
                  <a:pt x="21595" y="14667"/>
                </a:lnTo>
                <a:cubicBezTo>
                  <a:pt x="21334" y="13266"/>
                  <a:pt x="20975" y="10698"/>
                  <a:pt x="20822" y="9547"/>
                </a:cubicBezTo>
                <a:cubicBezTo>
                  <a:pt x="20822" y="9547"/>
                  <a:pt x="20536" y="7394"/>
                  <a:pt x="20536" y="7394"/>
                </a:cubicBezTo>
                <a:lnTo>
                  <a:pt x="20765" y="6095"/>
                </a:lnTo>
                <a:cubicBezTo>
                  <a:pt x="20866" y="5511"/>
                  <a:pt x="21214" y="3645"/>
                  <a:pt x="21421" y="3011"/>
                </a:cubicBezTo>
                <a:lnTo>
                  <a:pt x="21421" y="2992"/>
                </a:lnTo>
                <a:lnTo>
                  <a:pt x="20906" y="2992"/>
                </a:lnTo>
                <a:close/>
                <a:moveTo>
                  <a:pt x="3744" y="3185"/>
                </a:moveTo>
                <a:cubicBezTo>
                  <a:pt x="3744" y="3185"/>
                  <a:pt x="1286" y="10701"/>
                  <a:pt x="1286" y="10701"/>
                </a:cubicBezTo>
                <a:lnTo>
                  <a:pt x="93" y="7055"/>
                </a:lnTo>
                <a:cubicBezTo>
                  <a:pt x="70" y="7458"/>
                  <a:pt x="50" y="7874"/>
                  <a:pt x="36" y="8296"/>
                </a:cubicBezTo>
                <a:lnTo>
                  <a:pt x="1286" y="12112"/>
                </a:lnTo>
                <a:lnTo>
                  <a:pt x="3882" y="4179"/>
                </a:lnTo>
                <a:cubicBezTo>
                  <a:pt x="3839" y="3835"/>
                  <a:pt x="3793" y="3502"/>
                  <a:pt x="3744" y="3185"/>
                </a:cubicBezTo>
                <a:close/>
                <a:moveTo>
                  <a:pt x="11926" y="3728"/>
                </a:moveTo>
                <a:lnTo>
                  <a:pt x="11977" y="3728"/>
                </a:lnTo>
                <a:cubicBezTo>
                  <a:pt x="12272" y="3728"/>
                  <a:pt x="12372" y="4710"/>
                  <a:pt x="12372" y="6245"/>
                </a:cubicBezTo>
                <a:cubicBezTo>
                  <a:pt x="12372" y="8063"/>
                  <a:pt x="12302" y="9314"/>
                  <a:pt x="12010" y="9314"/>
                </a:cubicBezTo>
                <a:cubicBezTo>
                  <a:pt x="12010" y="9314"/>
                  <a:pt x="11788" y="9314"/>
                  <a:pt x="11788" y="9314"/>
                </a:cubicBezTo>
                <a:lnTo>
                  <a:pt x="11788" y="4359"/>
                </a:lnTo>
                <a:cubicBezTo>
                  <a:pt x="11788" y="3808"/>
                  <a:pt x="11832" y="3728"/>
                  <a:pt x="11926" y="3728"/>
                </a:cubicBezTo>
                <a:close/>
                <a:moveTo>
                  <a:pt x="15827" y="4960"/>
                </a:moveTo>
                <a:lnTo>
                  <a:pt x="16123" y="9663"/>
                </a:lnTo>
                <a:cubicBezTo>
                  <a:pt x="16123" y="9663"/>
                  <a:pt x="15524" y="9663"/>
                  <a:pt x="15524" y="9663"/>
                </a:cubicBezTo>
                <a:lnTo>
                  <a:pt x="15827" y="4960"/>
                </a:lnTo>
                <a:close/>
                <a:moveTo>
                  <a:pt x="3999" y="5236"/>
                </a:moveTo>
                <a:lnTo>
                  <a:pt x="1286" y="13527"/>
                </a:lnTo>
                <a:lnTo>
                  <a:pt x="5" y="9615"/>
                </a:lnTo>
                <a:cubicBezTo>
                  <a:pt x="1" y="9862"/>
                  <a:pt x="0" y="10108"/>
                  <a:pt x="0" y="10361"/>
                </a:cubicBezTo>
                <a:cubicBezTo>
                  <a:pt x="0" y="16568"/>
                  <a:pt x="947" y="21600"/>
                  <a:pt x="2115" y="21600"/>
                </a:cubicBezTo>
                <a:cubicBezTo>
                  <a:pt x="3283" y="21600"/>
                  <a:pt x="4230" y="16568"/>
                  <a:pt x="4230" y="10361"/>
                </a:cubicBezTo>
                <a:cubicBezTo>
                  <a:pt x="4230" y="8514"/>
                  <a:pt x="4147" y="6773"/>
                  <a:pt x="3999" y="5236"/>
                </a:cubicBezTo>
                <a:close/>
                <a:moveTo>
                  <a:pt x="7927" y="7913"/>
                </a:moveTo>
                <a:lnTo>
                  <a:pt x="8119" y="7913"/>
                </a:lnTo>
                <a:cubicBezTo>
                  <a:pt x="8489" y="7913"/>
                  <a:pt x="8586" y="8979"/>
                  <a:pt x="8586" y="10880"/>
                </a:cubicBezTo>
                <a:cubicBezTo>
                  <a:pt x="8586" y="12915"/>
                  <a:pt x="8474" y="13935"/>
                  <a:pt x="8188" y="13935"/>
                </a:cubicBezTo>
                <a:cubicBezTo>
                  <a:pt x="8188" y="13935"/>
                  <a:pt x="8121" y="13935"/>
                  <a:pt x="8121" y="13935"/>
                </a:cubicBezTo>
                <a:cubicBezTo>
                  <a:pt x="7964" y="13935"/>
                  <a:pt x="7927" y="13667"/>
                  <a:pt x="7927" y="12916"/>
                </a:cubicBezTo>
                <a:lnTo>
                  <a:pt x="7927" y="7913"/>
                </a:lnTo>
                <a:close/>
                <a:moveTo>
                  <a:pt x="13658" y="7913"/>
                </a:moveTo>
                <a:lnTo>
                  <a:pt x="13850" y="7913"/>
                </a:lnTo>
                <a:cubicBezTo>
                  <a:pt x="14220" y="7913"/>
                  <a:pt x="14318" y="8979"/>
                  <a:pt x="14318" y="10880"/>
                </a:cubicBezTo>
                <a:cubicBezTo>
                  <a:pt x="14318" y="12915"/>
                  <a:pt x="14205" y="13935"/>
                  <a:pt x="13919" y="13935"/>
                </a:cubicBezTo>
                <a:cubicBezTo>
                  <a:pt x="13919" y="13935"/>
                  <a:pt x="13854" y="13935"/>
                  <a:pt x="13854" y="13935"/>
                </a:cubicBezTo>
                <a:cubicBezTo>
                  <a:pt x="13697" y="13935"/>
                  <a:pt x="13658" y="13667"/>
                  <a:pt x="13658" y="12916"/>
                </a:cubicBezTo>
                <a:lnTo>
                  <a:pt x="13658" y="7913"/>
                </a:lnTo>
                <a:close/>
                <a:moveTo>
                  <a:pt x="5519" y="17532"/>
                </a:moveTo>
                <a:lnTo>
                  <a:pt x="5519" y="18701"/>
                </a:lnTo>
                <a:lnTo>
                  <a:pt x="21600" y="18701"/>
                </a:lnTo>
                <a:cubicBezTo>
                  <a:pt x="21600" y="18701"/>
                  <a:pt x="21600" y="17532"/>
                  <a:pt x="21600" y="17532"/>
                </a:cubicBezTo>
                <a:lnTo>
                  <a:pt x="5519" y="17532"/>
                </a:lnTo>
                <a:close/>
              </a:path>
            </a:pathLst>
          </a:custGeom>
          <a:solidFill>
            <a:schemeClr val="bg1"/>
          </a:solidFill>
          <a:ln w="12700">
            <a:miter lim="400000"/>
          </a:ln>
        </p:spPr>
        <p:txBody>
          <a:bodyPr lIns="38100" tIns="38100" rIns="38100" bIns="38100" anchor="ctr"/>
          <a:lstStyle/>
          <a:p>
            <a:pPr defTabSz="914377">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endParaRPr>
          </a:p>
        </p:txBody>
      </p:sp>
    </p:spTree>
    <p:extLst>
      <p:ext uri="{BB962C8B-B14F-4D97-AF65-F5344CB8AC3E}">
        <p14:creationId xmlns:p14="http://schemas.microsoft.com/office/powerpoint/2010/main" val="41084175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pic>
        <p:nvPicPr>
          <p:cNvPr id="11" name="Рисунок 10"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2" name="Рисунок 11"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3" name="Рисунок 12"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4" name="Рисунок 13"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2291325280"/>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pic>
        <p:nvPicPr>
          <p:cNvPr id="9" name="Рисунок 8"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0" name="Рисунок 9"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357529607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14921039"/>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853879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0299744"/>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6084198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pic>
        <p:nvPicPr>
          <p:cNvPr id="1650" name="Рисунок 1649"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1" name="Рисунок 1650"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2" name="Рисунок 1651"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3" name="Рисунок 1652"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4" name="Рисунок 1653"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5" name="Рисунок 1654"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6" name="Рисунок 1655"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7" name="Рисунок 1656"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8" name="Рисунок 1657"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59" name="Рисунок 1658"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60" name="Рисунок 1659"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61" name="Рисунок 1660"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662" name="Рисунок 1661"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08" name="Рисунок 1707"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09" name="Рисунок 1708"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0" name="Рисунок 1709"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1" name="Рисунок 1710"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2" name="Рисунок 1711"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3" name="Рисунок 1712"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4" name="Рисунок 1713"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5" name="Рисунок 1714"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6" name="Рисунок 1715"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7" name="Рисунок 1716"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8" name="Рисунок 1717"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19" name="Рисунок 1718"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0" name="Рисунок 1719"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1" name="Рисунок 1720"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2" name="Рисунок 1721"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3" name="Рисунок 1722"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4" name="Рисунок 1723"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5" name="Рисунок 1724"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6" name="Рисунок 1725"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7" name="Рисунок 1726"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8" name="Рисунок 1727"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29" name="Рисунок 1728"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0" name="Рисунок 1729"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1" name="Рисунок 1730"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2" name="Рисунок 1731"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3" name="Рисунок 1732"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4" name="Рисунок 1733"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5" name="Рисунок 1734"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6" name="Рисунок 1735"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7" name="Рисунок 1736"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8" name="Рисунок 1737"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pic>
        <p:nvPicPr>
          <p:cNvPr id="1739" name="Рисунок 1738" descr="http://5A9FAA11343EC11A72E306E41DBDD243.dms.sberbank.ru/5A9FAA11343EC11A72E306E41DBDD243-A3706015402A346BAE2C7E4161CEDD42-987C501349EFC4DC33B3E324BF534CB5/1.png"/>
          <p:cNvPicPr>
            <a:picLocks/>
          </p:cNvPicPr>
          <p:nvPr userDrawn="1"/>
        </p:nvPicPr>
        <p:blipFill>
          <a:blip r:link="rId2"/>
          <a:stretch>
            <a:fillRect/>
          </a:stretch>
        </p:blipFill>
        <p:spPr>
          <a:xfrm>
            <a:off x="0" y="0"/>
            <a:ext cx="1588" cy="1588"/>
          </a:xfrm>
          <a:prstGeom prst="rect">
            <a:avLst/>
          </a:prstGeom>
        </p:spPr>
      </p:pic>
    </p:spTree>
    <p:extLst>
      <p:ext uri="{BB962C8B-B14F-4D97-AF65-F5344CB8AC3E}">
        <p14:creationId xmlns:p14="http://schemas.microsoft.com/office/powerpoint/2010/main" val="388796778"/>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576846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03200637"/>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77497437"/>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1526337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Пользовательский макет">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4" imgW="471" imgH="472" progId="TCLayout.ActiveDocument.1">
                  <p:embed/>
                </p:oleObj>
              </mc:Choice>
              <mc:Fallback>
                <p:oleObj name="Слайд think-cell" r:id="rId4" imgW="471" imgH="472" progId="TCLayout.ActiveDocument.1">
                  <p:embed/>
                  <p:pic>
                    <p:nvPicPr>
                      <p:cNvPr id="5" name="Объект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Прямоугольник 3" hidden="1"/>
          <p:cNvSpPr/>
          <p:nvPr userDrawn="1">
            <p:custDataLst>
              <p:tags r:id="rId2"/>
            </p:custDataLst>
          </p:nvPr>
        </p:nvSpPr>
        <p:spPr>
          <a:xfrm>
            <a:off x="0" y="0"/>
            <a:ext cx="158750" cy="158750"/>
          </a:xfrm>
          <a:prstGeom prst="rect">
            <a:avLst/>
          </a:prstGeom>
          <a:solidFill>
            <a:schemeClr val="accen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ru-RU" sz="2000" b="0" i="0" baseline="0" dirty="0">
              <a:latin typeface="Segoe UI" panose="020B0502040204020203" pitchFamily="34" charset="0"/>
              <a:ea typeface="+mj-ea"/>
              <a:cs typeface="+mj-cs"/>
              <a:sym typeface="Segoe UI" panose="020B0502040204020203" pitchFamily="34" charset="0"/>
            </a:endParaRPr>
          </a:p>
        </p:txBody>
      </p:sp>
      <p:sp>
        <p:nvSpPr>
          <p:cNvPr id="2" name="Заголовок 1"/>
          <p:cNvSpPr>
            <a:spLocks noGrp="1"/>
          </p:cNvSpPr>
          <p:nvPr>
            <p:ph type="title"/>
          </p:nvPr>
        </p:nvSpPr>
        <p:spPr>
          <a:xfrm>
            <a:off x="391265" y="192075"/>
            <a:ext cx="10555873" cy="276999"/>
          </a:xfrm>
        </p:spPr>
        <p:txBody>
          <a:bodyPr/>
          <a:lstStyle>
            <a:lvl1pPr>
              <a:defRPr sz="2000"/>
            </a:lvl1pPr>
          </a:lstStyle>
          <a:p>
            <a:r>
              <a:rPr lang="ru-RU"/>
              <a:t>Образец заголовка</a:t>
            </a:r>
            <a:endParaRPr lang="ru-RU" dirty="0"/>
          </a:p>
        </p:txBody>
      </p:sp>
      <p:sp>
        <p:nvSpPr>
          <p:cNvPr id="3" name="Номер слайда 2"/>
          <p:cNvSpPr>
            <a:spLocks noGrp="1"/>
          </p:cNvSpPr>
          <p:nvPr>
            <p:ph type="sldNum" sz="quarter" idx="10"/>
          </p:nvPr>
        </p:nvSpPr>
        <p:spPr>
          <a:xfrm>
            <a:off x="11810470" y="6576020"/>
            <a:ext cx="589856" cy="365125"/>
          </a:xfrm>
          <a:prstGeom prst="rect">
            <a:avLst/>
          </a:prstGeom>
        </p:spPr>
        <p:txBody>
          <a:bodyPr/>
          <a:lstStyle/>
          <a:p>
            <a:fld id="{B19B0651-EE4F-4900-A07F-96A6BFA9D0F0}" type="slidenum">
              <a:rPr lang="ru-RU" smtClean="0">
                <a:solidFill>
                  <a:prstClr val="black">
                    <a:tint val="75000"/>
                  </a:prstClr>
                </a:solidFill>
              </a:rPr>
              <a:pPr/>
              <a:t>‹#›</a:t>
            </a:fld>
            <a:endParaRPr lang="ru-RU" dirty="0">
              <a:solidFill>
                <a:prstClr val="black">
                  <a:tint val="75000"/>
                </a:prstClr>
              </a:solidFill>
            </a:endParaRPr>
          </a:p>
        </p:txBody>
      </p:sp>
      <p:pic>
        <p:nvPicPr>
          <p:cNvPr id="14" name="Рисунок 13" descr="http://05311BFB0B7396CBCF59420FADC09062.dms.sberbank.ru/05311BFB0B7396CBCF59420FADC09062-A43BE17F84EBF8A14D2FBB31548AE660-EA03F1F07397044467A7D5A37B53EE79/1.png"/>
          <p:cNvPicPr>
            <a:picLocks/>
          </p:cNvPicPr>
          <p:nvPr userDrawn="1"/>
        </p:nvPicPr>
        <p:blipFill>
          <a:blip r:link="rId6"/>
          <a:stretch>
            <a:fillRect/>
          </a:stretch>
        </p:blipFill>
        <p:spPr>
          <a:xfrm>
            <a:off x="0" y="0"/>
            <a:ext cx="1588" cy="1588"/>
          </a:xfrm>
          <a:prstGeom prst="rect">
            <a:avLst/>
          </a:prstGeom>
        </p:spPr>
      </p:pic>
      <p:pic>
        <p:nvPicPr>
          <p:cNvPr id="15" name="Рисунок 14" descr="http://05311BFB0B7396CBCF59420FADC09062.dms.sberbank.ru/05311BFB0B7396CBCF59420FADC09062-A43BE17F84EBF8A14D2FBB31548AE660-EA03F1F07397044467A7D5A37B53EE79/1.png"/>
          <p:cNvPicPr>
            <a:picLocks/>
          </p:cNvPicPr>
          <p:nvPr userDrawn="1"/>
        </p:nvPicPr>
        <p:blipFill>
          <a:blip r:link="rId6"/>
          <a:stretch>
            <a:fillRect/>
          </a:stretch>
        </p:blipFill>
        <p:spPr>
          <a:xfrm>
            <a:off x="0" y="0"/>
            <a:ext cx="1588" cy="1588"/>
          </a:xfrm>
          <a:prstGeom prst="rect">
            <a:avLst/>
          </a:prstGeom>
        </p:spPr>
      </p:pic>
    </p:spTree>
    <p:extLst>
      <p:ext uri="{BB962C8B-B14F-4D97-AF65-F5344CB8AC3E}">
        <p14:creationId xmlns:p14="http://schemas.microsoft.com/office/powerpoint/2010/main" val="4121816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Полный">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1039A48A-BAC9-7648-90C0-DA5E4F3CBAEC}"/>
              </a:ext>
            </a:extLst>
          </p:cNvPr>
          <p:cNvSpPr/>
          <p:nvPr userDrawn="1"/>
        </p:nvSpPr>
        <p:spPr>
          <a:xfrm>
            <a:off x="2134800" y="1"/>
            <a:ext cx="1006795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Box 1"/>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sp>
        <p:nvSpPr>
          <p:cNvPr id="9" name="Title 1"/>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grpSp>
        <p:nvGrpSpPr>
          <p:cNvPr id="45" name="Группа 44">
            <a:extLst>
              <a:ext uri="{FF2B5EF4-FFF2-40B4-BE49-F238E27FC236}">
                <a16:creationId xmlns:a16="http://schemas.microsoft.com/office/drawing/2014/main" id="{0C8A99B0-BB0F-594E-BBB2-4F6C422A5D73}"/>
              </a:ext>
            </a:extLst>
          </p:cNvPr>
          <p:cNvGrpSpPr/>
          <p:nvPr userDrawn="1"/>
        </p:nvGrpSpPr>
        <p:grpSpPr>
          <a:xfrm>
            <a:off x="0" y="-7200"/>
            <a:ext cx="2148770" cy="553998"/>
            <a:chOff x="0" y="11193"/>
            <a:chExt cx="2148770" cy="553998"/>
          </a:xfrm>
        </p:grpSpPr>
        <p:sp>
          <p:nvSpPr>
            <p:cNvPr id="25" name="Прямоугольник 24">
              <a:extLst>
                <a:ext uri="{FF2B5EF4-FFF2-40B4-BE49-F238E27FC236}">
                  <a16:creationId xmlns:a16="http://schemas.microsoft.com/office/drawing/2014/main" id="{E5D7A035-431C-6942-AA7F-02341277A576}"/>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Box 25">
              <a:extLst>
                <a:ext uri="{FF2B5EF4-FFF2-40B4-BE49-F238E27FC236}">
                  <a16:creationId xmlns:a16="http://schemas.microsoft.com/office/drawing/2014/main" id="{4596D7C1-5BF8-8C45-930B-067DE7DAA062}"/>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46" name="TextBox 45">
              <a:extLst>
                <a:ext uri="{FF2B5EF4-FFF2-40B4-BE49-F238E27FC236}">
                  <a16:creationId xmlns:a16="http://schemas.microsoft.com/office/drawing/2014/main" id="{7D6EA4F5-6C93-9D43-8A29-61D5D1098B38}"/>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112" name="Прямоугольник 111">
            <a:extLst>
              <a:ext uri="{FF2B5EF4-FFF2-40B4-BE49-F238E27FC236}">
                <a16:creationId xmlns:a16="http://schemas.microsoft.com/office/drawing/2014/main" id="{2BB5DBF7-97FA-8B40-8DF1-98E4F0DF7AE2}"/>
              </a:ext>
            </a:extLst>
          </p:cNvPr>
          <p:cNvSpPr/>
          <p:nvPr userDrawn="1"/>
        </p:nvSpPr>
        <p:spPr>
          <a:xfrm>
            <a:off x="-5093665" y="-106734"/>
            <a:ext cx="2134800" cy="504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33" name="Группа 32">
            <a:extLst>
              <a:ext uri="{FF2B5EF4-FFF2-40B4-BE49-F238E27FC236}">
                <a16:creationId xmlns:a16="http://schemas.microsoft.com/office/drawing/2014/main" id="{B7C010CF-AB15-AD4D-B9F9-D700BF9DD6A8}"/>
              </a:ext>
            </a:extLst>
          </p:cNvPr>
          <p:cNvGrpSpPr/>
          <p:nvPr userDrawn="1"/>
        </p:nvGrpSpPr>
        <p:grpSpPr>
          <a:xfrm>
            <a:off x="-5093665" y="540000"/>
            <a:ext cx="4660570" cy="6048000"/>
            <a:chOff x="-5093665" y="529200"/>
            <a:chExt cx="4660570" cy="6048000"/>
          </a:xfrm>
        </p:grpSpPr>
        <p:sp>
          <p:nvSpPr>
            <p:cNvPr id="148" name="Прямоугольник 147">
              <a:extLst>
                <a:ext uri="{FF2B5EF4-FFF2-40B4-BE49-F238E27FC236}">
                  <a16:creationId xmlns:a16="http://schemas.microsoft.com/office/drawing/2014/main" id="{0BCCC7D5-D56B-C54C-A0E1-59522836691A}"/>
                </a:ext>
              </a:extLst>
            </p:cNvPr>
            <p:cNvSpPr/>
            <p:nvPr userDrawn="1"/>
          </p:nvSpPr>
          <p:spPr>
            <a:xfrm>
              <a:off x="-5093665" y="3121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9" name="TextBox 148">
              <a:extLst>
                <a:ext uri="{FF2B5EF4-FFF2-40B4-BE49-F238E27FC236}">
                  <a16:creationId xmlns:a16="http://schemas.microsoft.com/office/drawing/2014/main" id="{8A8BDD25-F40E-4640-BEC3-23D47557F343}"/>
                </a:ext>
              </a:extLst>
            </p:cNvPr>
            <p:cNvSpPr txBox="1"/>
            <p:nvPr userDrawn="1"/>
          </p:nvSpPr>
          <p:spPr>
            <a:xfrm>
              <a:off x="-4489176" y="32217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8" name="Рисунок 7">
              <a:extLst>
                <a:ext uri="{FF2B5EF4-FFF2-40B4-BE49-F238E27FC236}">
                  <a16:creationId xmlns:a16="http://schemas.microsoft.com/office/drawing/2014/main" id="{89F55528-EE2E-614E-BC99-45B57B76FB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24394" y="3193200"/>
              <a:ext cx="288000" cy="288000"/>
            </a:xfrm>
            <a:prstGeom prst="rect">
              <a:avLst/>
            </a:prstGeom>
          </p:spPr>
        </p:pic>
        <p:sp>
          <p:nvSpPr>
            <p:cNvPr id="173" name="Прямоугольник 172">
              <a:extLst>
                <a:ext uri="{FF2B5EF4-FFF2-40B4-BE49-F238E27FC236}">
                  <a16:creationId xmlns:a16="http://schemas.microsoft.com/office/drawing/2014/main" id="{EDD205B0-5168-E449-81AB-28D8BB3B0B5E}"/>
                </a:ext>
              </a:extLst>
            </p:cNvPr>
            <p:cNvSpPr/>
            <p:nvPr userDrawn="1"/>
          </p:nvSpPr>
          <p:spPr>
            <a:xfrm>
              <a:off x="-2567895" y="3121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4" name="TextBox 173">
              <a:extLst>
                <a:ext uri="{FF2B5EF4-FFF2-40B4-BE49-F238E27FC236}">
                  <a16:creationId xmlns:a16="http://schemas.microsoft.com/office/drawing/2014/main" id="{A5021444-A504-6D42-8440-4E11125F4BD8}"/>
                </a:ext>
              </a:extLst>
            </p:cNvPr>
            <p:cNvSpPr txBox="1"/>
            <p:nvPr userDrawn="1"/>
          </p:nvSpPr>
          <p:spPr>
            <a:xfrm>
              <a:off x="-1963406" y="3221784"/>
              <a:ext cx="1439290" cy="230832"/>
            </a:xfrm>
            <a:prstGeom prst="rect">
              <a:avLst/>
            </a:prstGeom>
            <a:noFill/>
          </p:spPr>
          <p:txBody>
            <a:bodyPr wrap="square" rtlCol="0" anchor="ctr">
              <a:spAutoFit/>
            </a:bodyPr>
            <a:lstStyle/>
            <a:p>
              <a:r>
                <a:rPr lang="en-US" sz="900" b="1" dirty="0">
                  <a:solidFill>
                    <a:schemeClr val="bg1"/>
                  </a:solidFill>
                </a:rPr>
                <a:t>Risk Model Governance</a:t>
              </a:r>
              <a:endParaRPr lang="ru-RU" sz="900" b="1" dirty="0">
                <a:solidFill>
                  <a:schemeClr val="bg1"/>
                </a:solidFill>
              </a:endParaRPr>
            </a:p>
          </p:txBody>
        </p:sp>
        <p:pic>
          <p:nvPicPr>
            <p:cNvPr id="11" name="Рисунок 10">
              <a:extLst>
                <a:ext uri="{FF2B5EF4-FFF2-40B4-BE49-F238E27FC236}">
                  <a16:creationId xmlns:a16="http://schemas.microsoft.com/office/drawing/2014/main" id="{A20E0070-84B6-3A46-997F-B5A64503383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396372" y="3193200"/>
              <a:ext cx="288000" cy="288000"/>
            </a:xfrm>
            <a:prstGeom prst="rect">
              <a:avLst/>
            </a:prstGeom>
          </p:spPr>
        </p:pic>
        <p:sp>
          <p:nvSpPr>
            <p:cNvPr id="134" name="Прямоугольник 133">
              <a:extLst>
                <a:ext uri="{FF2B5EF4-FFF2-40B4-BE49-F238E27FC236}">
                  <a16:creationId xmlns:a16="http://schemas.microsoft.com/office/drawing/2014/main" id="{E4F134CD-7C79-5145-8F1E-408ABC47E45D}"/>
                </a:ext>
              </a:extLst>
            </p:cNvPr>
            <p:cNvSpPr/>
            <p:nvPr userDrawn="1"/>
          </p:nvSpPr>
          <p:spPr>
            <a:xfrm>
              <a:off x="-5093665" y="2689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8" name="TextBox 137">
              <a:extLst>
                <a:ext uri="{FF2B5EF4-FFF2-40B4-BE49-F238E27FC236}">
                  <a16:creationId xmlns:a16="http://schemas.microsoft.com/office/drawing/2014/main" id="{6A7F204B-A2EB-F540-A2BA-B216240095A7}"/>
                </a:ext>
              </a:extLst>
            </p:cNvPr>
            <p:cNvSpPr txBox="1"/>
            <p:nvPr userDrawn="1"/>
          </p:nvSpPr>
          <p:spPr>
            <a:xfrm>
              <a:off x="-4489176" y="27897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13" name="Рисунок 12">
              <a:extLst>
                <a:ext uri="{FF2B5EF4-FFF2-40B4-BE49-F238E27FC236}">
                  <a16:creationId xmlns:a16="http://schemas.microsoft.com/office/drawing/2014/main" id="{8B5010DC-8F0F-C742-9B07-4672A539685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924394" y="2761200"/>
              <a:ext cx="288000" cy="288000"/>
            </a:xfrm>
            <a:prstGeom prst="rect">
              <a:avLst/>
            </a:prstGeom>
          </p:spPr>
        </p:pic>
        <p:sp>
          <p:nvSpPr>
            <p:cNvPr id="177" name="Прямоугольник 176">
              <a:extLst>
                <a:ext uri="{FF2B5EF4-FFF2-40B4-BE49-F238E27FC236}">
                  <a16:creationId xmlns:a16="http://schemas.microsoft.com/office/drawing/2014/main" id="{DC119702-A83D-0E40-8552-CF747ED5DD0F}"/>
                </a:ext>
              </a:extLst>
            </p:cNvPr>
            <p:cNvSpPr/>
            <p:nvPr userDrawn="1"/>
          </p:nvSpPr>
          <p:spPr>
            <a:xfrm>
              <a:off x="-2567895" y="2689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8" name="TextBox 177">
              <a:extLst>
                <a:ext uri="{FF2B5EF4-FFF2-40B4-BE49-F238E27FC236}">
                  <a16:creationId xmlns:a16="http://schemas.microsoft.com/office/drawing/2014/main" id="{DE855EAC-9911-8247-9CE0-83420387339D}"/>
                </a:ext>
              </a:extLst>
            </p:cNvPr>
            <p:cNvSpPr txBox="1"/>
            <p:nvPr userDrawn="1"/>
          </p:nvSpPr>
          <p:spPr>
            <a:xfrm>
              <a:off x="-1963406" y="2789784"/>
              <a:ext cx="1439290" cy="230832"/>
            </a:xfrm>
            <a:prstGeom prst="rect">
              <a:avLst/>
            </a:prstGeom>
            <a:noFill/>
          </p:spPr>
          <p:txBody>
            <a:bodyPr wrap="square" rtlCol="0" anchor="ctr">
              <a:spAutoFit/>
            </a:bodyPr>
            <a:lstStyle/>
            <a:p>
              <a:r>
                <a:rPr lang="en-US" sz="900" b="1" dirty="0">
                  <a:solidFill>
                    <a:schemeClr val="bg1"/>
                  </a:solidFill>
                </a:rPr>
                <a:t>Risk Data Governance</a:t>
              </a:r>
              <a:endParaRPr lang="ru-RU" sz="900" b="1" dirty="0">
                <a:solidFill>
                  <a:schemeClr val="bg1"/>
                </a:solidFill>
              </a:endParaRPr>
            </a:p>
          </p:txBody>
        </p:sp>
        <p:pic>
          <p:nvPicPr>
            <p:cNvPr id="15" name="Рисунок 14">
              <a:extLst>
                <a:ext uri="{FF2B5EF4-FFF2-40B4-BE49-F238E27FC236}">
                  <a16:creationId xmlns:a16="http://schemas.microsoft.com/office/drawing/2014/main" id="{A214EE19-7D1C-0A42-A27F-2C94B6F3C7C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396372" y="2761200"/>
              <a:ext cx="288000" cy="288000"/>
            </a:xfrm>
            <a:prstGeom prst="rect">
              <a:avLst/>
            </a:prstGeom>
          </p:spPr>
        </p:pic>
        <p:sp>
          <p:nvSpPr>
            <p:cNvPr id="122" name="Прямоугольник 121">
              <a:extLst>
                <a:ext uri="{FF2B5EF4-FFF2-40B4-BE49-F238E27FC236}">
                  <a16:creationId xmlns:a16="http://schemas.microsoft.com/office/drawing/2014/main" id="{7CF405AE-EB41-8F46-8EFA-7384F9413BEE}"/>
                </a:ext>
              </a:extLst>
            </p:cNvPr>
            <p:cNvSpPr/>
            <p:nvPr userDrawn="1"/>
          </p:nvSpPr>
          <p:spPr>
            <a:xfrm>
              <a:off x="-5093665" y="2257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3" name="TextBox 122">
              <a:extLst>
                <a:ext uri="{FF2B5EF4-FFF2-40B4-BE49-F238E27FC236}">
                  <a16:creationId xmlns:a16="http://schemas.microsoft.com/office/drawing/2014/main" id="{D0210663-C867-9241-AC1B-35C1B953B450}"/>
                </a:ext>
              </a:extLst>
            </p:cNvPr>
            <p:cNvSpPr txBox="1"/>
            <p:nvPr userDrawn="1"/>
          </p:nvSpPr>
          <p:spPr>
            <a:xfrm>
              <a:off x="-4489176" y="22885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17" name="Рисунок 16">
              <a:extLst>
                <a:ext uri="{FF2B5EF4-FFF2-40B4-BE49-F238E27FC236}">
                  <a16:creationId xmlns:a16="http://schemas.microsoft.com/office/drawing/2014/main" id="{D140F756-D879-864E-A918-8653D8D38493}"/>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924394" y="2329200"/>
              <a:ext cx="288000" cy="288000"/>
            </a:xfrm>
            <a:prstGeom prst="rect">
              <a:avLst/>
            </a:prstGeom>
          </p:spPr>
        </p:pic>
        <p:sp>
          <p:nvSpPr>
            <p:cNvPr id="181" name="Прямоугольник 180">
              <a:extLst>
                <a:ext uri="{FF2B5EF4-FFF2-40B4-BE49-F238E27FC236}">
                  <a16:creationId xmlns:a16="http://schemas.microsoft.com/office/drawing/2014/main" id="{C0E56B4C-0F01-8E41-8712-133EAFFDF318}"/>
                </a:ext>
              </a:extLst>
            </p:cNvPr>
            <p:cNvSpPr/>
            <p:nvPr userDrawn="1"/>
          </p:nvSpPr>
          <p:spPr>
            <a:xfrm>
              <a:off x="-2567895" y="2257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2" name="TextBox 181">
              <a:extLst>
                <a:ext uri="{FF2B5EF4-FFF2-40B4-BE49-F238E27FC236}">
                  <a16:creationId xmlns:a16="http://schemas.microsoft.com/office/drawing/2014/main" id="{A4FA2114-73AD-C948-802E-06F1B3B83224}"/>
                </a:ext>
              </a:extLst>
            </p:cNvPr>
            <p:cNvSpPr txBox="1"/>
            <p:nvPr userDrawn="1"/>
          </p:nvSpPr>
          <p:spPr>
            <a:xfrm>
              <a:off x="-1963406" y="2288534"/>
              <a:ext cx="1439290" cy="369332"/>
            </a:xfrm>
            <a:prstGeom prst="rect">
              <a:avLst/>
            </a:prstGeom>
            <a:noFill/>
          </p:spPr>
          <p:txBody>
            <a:bodyPr wrap="square" rtlCol="0" anchor="ctr">
              <a:spAutoFit/>
            </a:bodyPr>
            <a:lstStyle/>
            <a:p>
              <a:r>
                <a:rPr lang="ru-RU" sz="900" b="1" dirty="0" err="1">
                  <a:solidFill>
                    <a:schemeClr val="bg1"/>
                  </a:solidFill>
                </a:rPr>
                <a:t>Страновой</a:t>
              </a:r>
              <a:r>
                <a:rPr lang="ru-RU" sz="900" b="1" dirty="0">
                  <a:solidFill>
                    <a:schemeClr val="bg1"/>
                  </a:solidFill>
                </a:rPr>
                <a:t> риск, залоги, групповая методология</a:t>
              </a:r>
            </a:p>
          </p:txBody>
        </p:sp>
        <p:pic>
          <p:nvPicPr>
            <p:cNvPr id="19" name="Рисунок 18">
              <a:extLst>
                <a:ext uri="{FF2B5EF4-FFF2-40B4-BE49-F238E27FC236}">
                  <a16:creationId xmlns:a16="http://schemas.microsoft.com/office/drawing/2014/main" id="{643203A8-8EE1-524A-AAD7-B25022D55441}"/>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2396372" y="2329200"/>
              <a:ext cx="288000" cy="288000"/>
            </a:xfrm>
            <a:prstGeom prst="rect">
              <a:avLst/>
            </a:prstGeom>
          </p:spPr>
        </p:pic>
        <p:sp>
          <p:nvSpPr>
            <p:cNvPr id="154" name="Прямоугольник 153">
              <a:extLst>
                <a:ext uri="{FF2B5EF4-FFF2-40B4-BE49-F238E27FC236}">
                  <a16:creationId xmlns:a16="http://schemas.microsoft.com/office/drawing/2014/main" id="{AE0DA309-B548-6C45-880A-4111FD2997E9}"/>
                </a:ext>
              </a:extLst>
            </p:cNvPr>
            <p:cNvSpPr/>
            <p:nvPr userDrawn="1"/>
          </p:nvSpPr>
          <p:spPr>
            <a:xfrm>
              <a:off x="-5093665" y="1825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5" name="TextBox 154">
              <a:extLst>
                <a:ext uri="{FF2B5EF4-FFF2-40B4-BE49-F238E27FC236}">
                  <a16:creationId xmlns:a16="http://schemas.microsoft.com/office/drawing/2014/main" id="{5E78940A-D3EB-AB41-8A98-9227FDE0EDF3}"/>
                </a:ext>
              </a:extLst>
            </p:cNvPr>
            <p:cNvSpPr txBox="1"/>
            <p:nvPr userDrawn="1"/>
          </p:nvSpPr>
          <p:spPr>
            <a:xfrm>
              <a:off x="-4489176" y="18565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21" name="Рисунок 20">
              <a:extLst>
                <a:ext uri="{FF2B5EF4-FFF2-40B4-BE49-F238E27FC236}">
                  <a16:creationId xmlns:a16="http://schemas.microsoft.com/office/drawing/2014/main" id="{7369BE88-04AB-8E43-AF57-44758B7751F8}"/>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4924394" y="1897200"/>
              <a:ext cx="288000" cy="288000"/>
            </a:xfrm>
            <a:prstGeom prst="rect">
              <a:avLst/>
            </a:prstGeom>
          </p:spPr>
        </p:pic>
        <p:sp>
          <p:nvSpPr>
            <p:cNvPr id="185" name="Прямоугольник 184">
              <a:extLst>
                <a:ext uri="{FF2B5EF4-FFF2-40B4-BE49-F238E27FC236}">
                  <a16:creationId xmlns:a16="http://schemas.microsoft.com/office/drawing/2014/main" id="{19D2482E-4C6F-EB41-833A-424246AA0CE4}"/>
                </a:ext>
              </a:extLst>
            </p:cNvPr>
            <p:cNvSpPr/>
            <p:nvPr userDrawn="1"/>
          </p:nvSpPr>
          <p:spPr>
            <a:xfrm>
              <a:off x="-2567895" y="1825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6" name="TextBox 185">
              <a:extLst>
                <a:ext uri="{FF2B5EF4-FFF2-40B4-BE49-F238E27FC236}">
                  <a16:creationId xmlns:a16="http://schemas.microsoft.com/office/drawing/2014/main" id="{3D4A0E51-846B-FD4A-89E3-0C65AFC8E304}"/>
                </a:ext>
              </a:extLst>
            </p:cNvPr>
            <p:cNvSpPr txBox="1"/>
            <p:nvPr userDrawn="1"/>
          </p:nvSpPr>
          <p:spPr>
            <a:xfrm>
              <a:off x="-1963406" y="1856534"/>
              <a:ext cx="1439290" cy="369332"/>
            </a:xfrm>
            <a:prstGeom prst="rect">
              <a:avLst/>
            </a:prstGeom>
            <a:noFill/>
          </p:spPr>
          <p:txBody>
            <a:bodyPr wrap="square" rtlCol="0" anchor="ctr">
              <a:spAutoFit/>
            </a:bodyPr>
            <a:lstStyle/>
            <a:p>
              <a:r>
                <a:rPr lang="ru-RU" sz="900" b="1" dirty="0">
                  <a:solidFill>
                    <a:schemeClr val="bg1"/>
                  </a:solidFill>
                </a:rPr>
                <a:t>Портфельный риск-менеджмент</a:t>
              </a:r>
            </a:p>
          </p:txBody>
        </p:sp>
        <p:pic>
          <p:nvPicPr>
            <p:cNvPr id="23" name="Рисунок 22">
              <a:extLst>
                <a:ext uri="{FF2B5EF4-FFF2-40B4-BE49-F238E27FC236}">
                  <a16:creationId xmlns:a16="http://schemas.microsoft.com/office/drawing/2014/main" id="{DACB067C-EA14-C24C-A84D-ABC193FEB944}"/>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2396372" y="1897200"/>
              <a:ext cx="288000" cy="288000"/>
            </a:xfrm>
            <a:prstGeom prst="rect">
              <a:avLst/>
            </a:prstGeom>
          </p:spPr>
        </p:pic>
        <p:sp>
          <p:nvSpPr>
            <p:cNvPr id="157" name="Прямоугольник 156">
              <a:extLst>
                <a:ext uri="{FF2B5EF4-FFF2-40B4-BE49-F238E27FC236}">
                  <a16:creationId xmlns:a16="http://schemas.microsoft.com/office/drawing/2014/main" id="{6366698E-E20D-5342-BE12-8DB24B5317B7}"/>
                </a:ext>
              </a:extLst>
            </p:cNvPr>
            <p:cNvSpPr/>
            <p:nvPr userDrawn="1"/>
          </p:nvSpPr>
          <p:spPr>
            <a:xfrm>
              <a:off x="-5093665" y="4417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8" name="TextBox 157">
              <a:extLst>
                <a:ext uri="{FF2B5EF4-FFF2-40B4-BE49-F238E27FC236}">
                  <a16:creationId xmlns:a16="http://schemas.microsoft.com/office/drawing/2014/main" id="{6A0722BC-B1F8-3A4F-98CC-C2699CD46F5D}"/>
                </a:ext>
              </a:extLst>
            </p:cNvPr>
            <p:cNvSpPr txBox="1"/>
            <p:nvPr userDrawn="1"/>
          </p:nvSpPr>
          <p:spPr>
            <a:xfrm>
              <a:off x="-4489176" y="45177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27" name="Рисунок 26">
              <a:extLst>
                <a:ext uri="{FF2B5EF4-FFF2-40B4-BE49-F238E27FC236}">
                  <a16:creationId xmlns:a16="http://schemas.microsoft.com/office/drawing/2014/main" id="{F964ECB3-7626-8F4C-A49F-243CE247FE27}"/>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4924394" y="4489200"/>
              <a:ext cx="288000" cy="288000"/>
            </a:xfrm>
            <a:prstGeom prst="rect">
              <a:avLst/>
            </a:prstGeom>
          </p:spPr>
        </p:pic>
        <p:sp>
          <p:nvSpPr>
            <p:cNvPr id="193" name="Прямоугольник 192">
              <a:extLst>
                <a:ext uri="{FF2B5EF4-FFF2-40B4-BE49-F238E27FC236}">
                  <a16:creationId xmlns:a16="http://schemas.microsoft.com/office/drawing/2014/main" id="{FE89E3EE-0176-5841-8972-605EC194E2E3}"/>
                </a:ext>
              </a:extLst>
            </p:cNvPr>
            <p:cNvSpPr/>
            <p:nvPr userDrawn="1"/>
          </p:nvSpPr>
          <p:spPr>
            <a:xfrm>
              <a:off x="-2567895" y="4417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4" name="TextBox 193">
              <a:extLst>
                <a:ext uri="{FF2B5EF4-FFF2-40B4-BE49-F238E27FC236}">
                  <a16:creationId xmlns:a16="http://schemas.microsoft.com/office/drawing/2014/main" id="{7694C2C3-1CC6-5949-BB3D-1B2FD64C740B}"/>
                </a:ext>
              </a:extLst>
            </p:cNvPr>
            <p:cNvSpPr txBox="1"/>
            <p:nvPr userDrawn="1"/>
          </p:nvSpPr>
          <p:spPr>
            <a:xfrm>
              <a:off x="-1963406" y="4517784"/>
              <a:ext cx="1439290" cy="230832"/>
            </a:xfrm>
            <a:prstGeom prst="rect">
              <a:avLst/>
            </a:prstGeom>
            <a:noFill/>
          </p:spPr>
          <p:txBody>
            <a:bodyPr wrap="square" rtlCol="0" anchor="ctr">
              <a:spAutoFit/>
            </a:bodyPr>
            <a:lstStyle/>
            <a:p>
              <a:r>
                <a:rPr lang="ru-RU" sz="900" b="1" dirty="0" err="1">
                  <a:solidFill>
                    <a:schemeClr val="bg1"/>
                  </a:solidFill>
                </a:rPr>
                <a:t>Технориск</a:t>
              </a:r>
              <a:endParaRPr lang="ru-RU" sz="900" b="1" dirty="0">
                <a:solidFill>
                  <a:schemeClr val="bg1"/>
                </a:solidFill>
              </a:endParaRPr>
            </a:p>
          </p:txBody>
        </p:sp>
        <p:pic>
          <p:nvPicPr>
            <p:cNvPr id="29" name="Рисунок 28">
              <a:extLst>
                <a:ext uri="{FF2B5EF4-FFF2-40B4-BE49-F238E27FC236}">
                  <a16:creationId xmlns:a16="http://schemas.microsoft.com/office/drawing/2014/main" id="{B45933BA-EAD5-4048-9BA5-AC4A9DA9647B}"/>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2396372" y="4489200"/>
              <a:ext cx="288000" cy="288000"/>
            </a:xfrm>
            <a:prstGeom prst="rect">
              <a:avLst/>
            </a:prstGeom>
          </p:spPr>
        </p:pic>
        <p:sp>
          <p:nvSpPr>
            <p:cNvPr id="115" name="Прямоугольник 114">
              <a:extLst>
                <a:ext uri="{FF2B5EF4-FFF2-40B4-BE49-F238E27FC236}">
                  <a16:creationId xmlns:a16="http://schemas.microsoft.com/office/drawing/2014/main" id="{DD1B3AF4-485B-DE46-808B-C013A0ADBBDA}"/>
                </a:ext>
              </a:extLst>
            </p:cNvPr>
            <p:cNvSpPr/>
            <p:nvPr userDrawn="1"/>
          </p:nvSpPr>
          <p:spPr>
            <a:xfrm>
              <a:off x="-5093665" y="3553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6" name="TextBox 125">
              <a:extLst>
                <a:ext uri="{FF2B5EF4-FFF2-40B4-BE49-F238E27FC236}">
                  <a16:creationId xmlns:a16="http://schemas.microsoft.com/office/drawing/2014/main" id="{483A3CE9-ECF2-354C-B0EE-EBBC58D027A1}"/>
                </a:ext>
              </a:extLst>
            </p:cNvPr>
            <p:cNvSpPr txBox="1"/>
            <p:nvPr userDrawn="1"/>
          </p:nvSpPr>
          <p:spPr>
            <a:xfrm>
              <a:off x="-4489176" y="36537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145" name="Рисунок 144">
              <a:extLst>
                <a:ext uri="{FF2B5EF4-FFF2-40B4-BE49-F238E27FC236}">
                  <a16:creationId xmlns:a16="http://schemas.microsoft.com/office/drawing/2014/main" id="{CA3B877C-EAEC-774D-ACA1-03AABCC7EDB6}"/>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924394" y="3625200"/>
              <a:ext cx="288000" cy="288000"/>
            </a:xfrm>
            <a:prstGeom prst="rect">
              <a:avLst/>
            </a:prstGeom>
          </p:spPr>
        </p:pic>
        <p:sp>
          <p:nvSpPr>
            <p:cNvPr id="205" name="Прямоугольник 204">
              <a:extLst>
                <a:ext uri="{FF2B5EF4-FFF2-40B4-BE49-F238E27FC236}">
                  <a16:creationId xmlns:a16="http://schemas.microsoft.com/office/drawing/2014/main" id="{72F23E4B-8CF7-7644-BAEF-D87686B5E10E}"/>
                </a:ext>
              </a:extLst>
            </p:cNvPr>
            <p:cNvSpPr/>
            <p:nvPr userDrawn="1"/>
          </p:nvSpPr>
          <p:spPr>
            <a:xfrm>
              <a:off x="-2567895" y="3553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6" name="TextBox 205">
              <a:extLst>
                <a:ext uri="{FF2B5EF4-FFF2-40B4-BE49-F238E27FC236}">
                  <a16:creationId xmlns:a16="http://schemas.microsoft.com/office/drawing/2014/main" id="{B909337F-C312-794D-9746-2749ABF3D320}"/>
                </a:ext>
              </a:extLst>
            </p:cNvPr>
            <p:cNvSpPr txBox="1"/>
            <p:nvPr userDrawn="1"/>
          </p:nvSpPr>
          <p:spPr>
            <a:xfrm>
              <a:off x="-1963406" y="3653784"/>
              <a:ext cx="1439290" cy="230832"/>
            </a:xfrm>
            <a:prstGeom prst="rect">
              <a:avLst/>
            </a:prstGeom>
            <a:noFill/>
          </p:spPr>
          <p:txBody>
            <a:bodyPr wrap="square" rtlCol="0" anchor="ctr">
              <a:spAutoFit/>
            </a:bodyPr>
            <a:lstStyle/>
            <a:p>
              <a:r>
                <a:rPr lang="ru-RU" sz="900" b="1" dirty="0">
                  <a:solidFill>
                    <a:schemeClr val="bg1"/>
                  </a:solidFill>
                </a:rPr>
                <a:t>Риски банковской книги</a:t>
              </a:r>
            </a:p>
          </p:txBody>
        </p:sp>
        <p:pic>
          <p:nvPicPr>
            <p:cNvPr id="326" name="Рисунок 325">
              <a:extLst>
                <a:ext uri="{FF2B5EF4-FFF2-40B4-BE49-F238E27FC236}">
                  <a16:creationId xmlns:a16="http://schemas.microsoft.com/office/drawing/2014/main" id="{87B70CB0-23FC-0F4F-A9AD-05CC25CDD16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396372" y="3625200"/>
              <a:ext cx="288000" cy="288000"/>
            </a:xfrm>
            <a:prstGeom prst="rect">
              <a:avLst/>
            </a:prstGeom>
          </p:spPr>
        </p:pic>
        <p:sp>
          <p:nvSpPr>
            <p:cNvPr id="116" name="Прямоугольник 115">
              <a:extLst>
                <a:ext uri="{FF2B5EF4-FFF2-40B4-BE49-F238E27FC236}">
                  <a16:creationId xmlns:a16="http://schemas.microsoft.com/office/drawing/2014/main" id="{3B765EBC-D8E8-454A-B76C-1A1255B5332E}"/>
                </a:ext>
              </a:extLst>
            </p:cNvPr>
            <p:cNvSpPr/>
            <p:nvPr userDrawn="1"/>
          </p:nvSpPr>
          <p:spPr>
            <a:xfrm>
              <a:off x="-5093665" y="3985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7" name="TextBox 126">
              <a:extLst>
                <a:ext uri="{FF2B5EF4-FFF2-40B4-BE49-F238E27FC236}">
                  <a16:creationId xmlns:a16="http://schemas.microsoft.com/office/drawing/2014/main" id="{CBDC2A0B-7B80-234D-9134-A69C042CB616}"/>
                </a:ext>
              </a:extLst>
            </p:cNvPr>
            <p:cNvSpPr txBox="1"/>
            <p:nvPr userDrawn="1"/>
          </p:nvSpPr>
          <p:spPr>
            <a:xfrm>
              <a:off x="-4489176" y="40857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147" name="Рисунок 146">
              <a:extLst>
                <a:ext uri="{FF2B5EF4-FFF2-40B4-BE49-F238E27FC236}">
                  <a16:creationId xmlns:a16="http://schemas.microsoft.com/office/drawing/2014/main" id="{FDC2491B-9C30-FA4F-AB32-75BBEB2DE97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924394" y="4057200"/>
              <a:ext cx="288000" cy="288000"/>
            </a:xfrm>
            <a:prstGeom prst="rect">
              <a:avLst/>
            </a:prstGeom>
          </p:spPr>
        </p:pic>
        <p:sp>
          <p:nvSpPr>
            <p:cNvPr id="209" name="Прямоугольник 208">
              <a:extLst>
                <a:ext uri="{FF2B5EF4-FFF2-40B4-BE49-F238E27FC236}">
                  <a16:creationId xmlns:a16="http://schemas.microsoft.com/office/drawing/2014/main" id="{DA4CB310-1C70-D045-BF41-279B84260565}"/>
                </a:ext>
              </a:extLst>
            </p:cNvPr>
            <p:cNvSpPr/>
            <p:nvPr userDrawn="1"/>
          </p:nvSpPr>
          <p:spPr>
            <a:xfrm>
              <a:off x="-2567895" y="3985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0" name="TextBox 209">
              <a:extLst>
                <a:ext uri="{FF2B5EF4-FFF2-40B4-BE49-F238E27FC236}">
                  <a16:creationId xmlns:a16="http://schemas.microsoft.com/office/drawing/2014/main" id="{4E70CA8F-896E-8548-B2CF-CC03DD022B2F}"/>
                </a:ext>
              </a:extLst>
            </p:cNvPr>
            <p:cNvSpPr txBox="1"/>
            <p:nvPr userDrawn="1"/>
          </p:nvSpPr>
          <p:spPr>
            <a:xfrm>
              <a:off x="-1963406" y="4085784"/>
              <a:ext cx="1439290" cy="230832"/>
            </a:xfrm>
            <a:prstGeom prst="rect">
              <a:avLst/>
            </a:prstGeom>
            <a:noFill/>
          </p:spPr>
          <p:txBody>
            <a:bodyPr wrap="square" rtlCol="0" anchor="ctr">
              <a:spAutoFit/>
            </a:bodyPr>
            <a:lstStyle/>
            <a:p>
              <a:r>
                <a:rPr lang="en-US" sz="900" b="1" dirty="0" err="1">
                  <a:solidFill>
                    <a:schemeClr val="bg1"/>
                  </a:solidFill>
                </a:rPr>
                <a:t>Опер</a:t>
              </a:r>
              <a:r>
                <a:rPr lang="ru-RU" sz="900" b="1" dirty="0" err="1">
                  <a:solidFill>
                    <a:schemeClr val="bg1"/>
                  </a:solidFill>
                </a:rPr>
                <a:t>ационный</a:t>
              </a:r>
              <a:r>
                <a:rPr lang="ru-RU" sz="900" b="1" dirty="0">
                  <a:solidFill>
                    <a:schemeClr val="bg1"/>
                  </a:solidFill>
                </a:rPr>
                <a:t> риск</a:t>
              </a:r>
            </a:p>
          </p:txBody>
        </p:sp>
        <p:pic>
          <p:nvPicPr>
            <p:cNvPr id="328" name="Рисунок 327">
              <a:extLst>
                <a:ext uri="{FF2B5EF4-FFF2-40B4-BE49-F238E27FC236}">
                  <a16:creationId xmlns:a16="http://schemas.microsoft.com/office/drawing/2014/main" id="{873AE595-7C28-F046-BC11-883F77D4FD72}"/>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2396372" y="4057200"/>
              <a:ext cx="288000" cy="288000"/>
            </a:xfrm>
            <a:prstGeom prst="rect">
              <a:avLst/>
            </a:prstGeom>
          </p:spPr>
        </p:pic>
        <p:sp>
          <p:nvSpPr>
            <p:cNvPr id="117" name="Прямоугольник 116">
              <a:extLst>
                <a:ext uri="{FF2B5EF4-FFF2-40B4-BE49-F238E27FC236}">
                  <a16:creationId xmlns:a16="http://schemas.microsoft.com/office/drawing/2014/main" id="{C601E0F1-8973-6C4D-B3FA-49ED1DDE1998}"/>
                </a:ext>
              </a:extLst>
            </p:cNvPr>
            <p:cNvSpPr/>
            <p:nvPr userDrawn="1"/>
          </p:nvSpPr>
          <p:spPr>
            <a:xfrm>
              <a:off x="-5093665" y="961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8" name="TextBox 127">
              <a:extLst>
                <a:ext uri="{FF2B5EF4-FFF2-40B4-BE49-F238E27FC236}">
                  <a16:creationId xmlns:a16="http://schemas.microsoft.com/office/drawing/2014/main" id="{37A22729-1229-D244-9FE6-20283DE0AEE0}"/>
                </a:ext>
              </a:extLst>
            </p:cNvPr>
            <p:cNvSpPr txBox="1"/>
            <p:nvPr userDrawn="1"/>
          </p:nvSpPr>
          <p:spPr>
            <a:xfrm>
              <a:off x="-4489176" y="10617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144" name="Рисунок 143">
              <a:extLst>
                <a:ext uri="{FF2B5EF4-FFF2-40B4-BE49-F238E27FC236}">
                  <a16:creationId xmlns:a16="http://schemas.microsoft.com/office/drawing/2014/main" id="{67E7FB88-5B5B-BD4A-B5E6-F8A56EBCF4F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924394" y="1033200"/>
              <a:ext cx="288000" cy="288000"/>
            </a:xfrm>
            <a:prstGeom prst="rect">
              <a:avLst/>
            </a:prstGeom>
          </p:spPr>
        </p:pic>
        <p:sp>
          <p:nvSpPr>
            <p:cNvPr id="197" name="Прямоугольник 196">
              <a:extLst>
                <a:ext uri="{FF2B5EF4-FFF2-40B4-BE49-F238E27FC236}">
                  <a16:creationId xmlns:a16="http://schemas.microsoft.com/office/drawing/2014/main" id="{746541A8-F671-2F48-9AA2-D7A4B6A1306B}"/>
                </a:ext>
              </a:extLst>
            </p:cNvPr>
            <p:cNvSpPr/>
            <p:nvPr userDrawn="1"/>
          </p:nvSpPr>
          <p:spPr>
            <a:xfrm>
              <a:off x="-2567895" y="961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8" name="TextBox 197">
              <a:extLst>
                <a:ext uri="{FF2B5EF4-FFF2-40B4-BE49-F238E27FC236}">
                  <a16:creationId xmlns:a16="http://schemas.microsoft.com/office/drawing/2014/main" id="{B883A239-187E-264D-93E3-03E7D26097FE}"/>
                </a:ext>
              </a:extLst>
            </p:cNvPr>
            <p:cNvSpPr txBox="1"/>
            <p:nvPr userDrawn="1"/>
          </p:nvSpPr>
          <p:spPr>
            <a:xfrm>
              <a:off x="-1963406" y="1061784"/>
              <a:ext cx="1439290" cy="230832"/>
            </a:xfrm>
            <a:prstGeom prst="rect">
              <a:avLst/>
            </a:prstGeom>
            <a:noFill/>
          </p:spPr>
          <p:txBody>
            <a:bodyPr wrap="square" rtlCol="0" anchor="ctr">
              <a:spAutoFit/>
            </a:bodyPr>
            <a:lstStyle/>
            <a:p>
              <a:r>
                <a:rPr lang="ru-RU" sz="900" b="1" dirty="0">
                  <a:solidFill>
                    <a:schemeClr val="bg1"/>
                  </a:solidFill>
                </a:rPr>
                <a:t>Календарь событий</a:t>
              </a:r>
            </a:p>
          </p:txBody>
        </p:sp>
        <p:pic>
          <p:nvPicPr>
            <p:cNvPr id="330" name="Рисунок 329">
              <a:extLst>
                <a:ext uri="{FF2B5EF4-FFF2-40B4-BE49-F238E27FC236}">
                  <a16:creationId xmlns:a16="http://schemas.microsoft.com/office/drawing/2014/main" id="{FE26512F-84A6-FF45-8DF7-756D6D3AD888}"/>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2396372" y="1033200"/>
              <a:ext cx="288000" cy="288000"/>
            </a:xfrm>
            <a:prstGeom prst="rect">
              <a:avLst/>
            </a:prstGeom>
          </p:spPr>
        </p:pic>
        <p:sp>
          <p:nvSpPr>
            <p:cNvPr id="118" name="Прямоугольник 117">
              <a:extLst>
                <a:ext uri="{FF2B5EF4-FFF2-40B4-BE49-F238E27FC236}">
                  <a16:creationId xmlns:a16="http://schemas.microsoft.com/office/drawing/2014/main" id="{D6EC83E3-EFBE-3E40-A296-12D7FD4C4D6D}"/>
                </a:ext>
              </a:extLst>
            </p:cNvPr>
            <p:cNvSpPr/>
            <p:nvPr userDrawn="1"/>
          </p:nvSpPr>
          <p:spPr>
            <a:xfrm>
              <a:off x="-5093665" y="4849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9" name="TextBox 128">
              <a:extLst>
                <a:ext uri="{FF2B5EF4-FFF2-40B4-BE49-F238E27FC236}">
                  <a16:creationId xmlns:a16="http://schemas.microsoft.com/office/drawing/2014/main" id="{492A81A1-7154-F944-9FAB-51B0E7A26CC0}"/>
                </a:ext>
              </a:extLst>
            </p:cNvPr>
            <p:cNvSpPr txBox="1"/>
            <p:nvPr userDrawn="1"/>
          </p:nvSpPr>
          <p:spPr>
            <a:xfrm>
              <a:off x="-4489176" y="49497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143" name="Рисунок 142">
              <a:extLst>
                <a:ext uri="{FF2B5EF4-FFF2-40B4-BE49-F238E27FC236}">
                  <a16:creationId xmlns:a16="http://schemas.microsoft.com/office/drawing/2014/main" id="{451983D5-6575-014D-891F-BD09BC63C47C}"/>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a:off x="-4924394" y="4921200"/>
              <a:ext cx="288000" cy="288000"/>
            </a:xfrm>
            <a:prstGeom prst="rect">
              <a:avLst/>
            </a:prstGeom>
          </p:spPr>
        </p:pic>
        <p:sp>
          <p:nvSpPr>
            <p:cNvPr id="213" name="Прямоугольник 212">
              <a:extLst>
                <a:ext uri="{FF2B5EF4-FFF2-40B4-BE49-F238E27FC236}">
                  <a16:creationId xmlns:a16="http://schemas.microsoft.com/office/drawing/2014/main" id="{9E79646C-4B55-4E44-BCA2-EEC6BDF8EC27}"/>
                </a:ext>
              </a:extLst>
            </p:cNvPr>
            <p:cNvSpPr/>
            <p:nvPr userDrawn="1"/>
          </p:nvSpPr>
          <p:spPr>
            <a:xfrm>
              <a:off x="-2567895" y="4849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4" name="TextBox 213">
              <a:extLst>
                <a:ext uri="{FF2B5EF4-FFF2-40B4-BE49-F238E27FC236}">
                  <a16:creationId xmlns:a16="http://schemas.microsoft.com/office/drawing/2014/main" id="{7877A512-72E9-1749-90A5-C74086F31521}"/>
                </a:ext>
              </a:extLst>
            </p:cNvPr>
            <p:cNvSpPr txBox="1"/>
            <p:nvPr userDrawn="1"/>
          </p:nvSpPr>
          <p:spPr>
            <a:xfrm>
              <a:off x="-1963406" y="4949784"/>
              <a:ext cx="1439290" cy="230832"/>
            </a:xfrm>
            <a:prstGeom prst="rect">
              <a:avLst/>
            </a:prstGeom>
            <a:noFill/>
          </p:spPr>
          <p:txBody>
            <a:bodyPr wrap="square" rtlCol="0" anchor="ctr">
              <a:spAutoFit/>
            </a:bodyPr>
            <a:lstStyle/>
            <a:p>
              <a:r>
                <a:rPr lang="ru-RU" sz="900" b="1" dirty="0">
                  <a:solidFill>
                    <a:schemeClr val="bg1"/>
                  </a:solidFill>
                </a:rPr>
                <a:t>Пруденциальный офис</a:t>
              </a:r>
            </a:p>
          </p:txBody>
        </p:sp>
        <p:pic>
          <p:nvPicPr>
            <p:cNvPr id="332" name="Рисунок 331">
              <a:extLst>
                <a:ext uri="{FF2B5EF4-FFF2-40B4-BE49-F238E27FC236}">
                  <a16:creationId xmlns:a16="http://schemas.microsoft.com/office/drawing/2014/main" id="{7FD524C6-3EF6-3843-B04B-984B42047FA5}"/>
                </a:ext>
              </a:extLst>
            </p:cNvPr>
            <p:cNvPicPr>
              <a:picLocks noChangeAspect="1"/>
            </p:cNvPicPr>
            <p:nvPr userDrawn="1"/>
          </p:nvPicPr>
          <p:blipFill>
            <a:blip r:embed="rId19" cstate="hqprint">
              <a:extLst>
                <a:ext uri="{28A0092B-C50C-407E-A947-70E740481C1C}">
                  <a14:useLocalDpi xmlns:a14="http://schemas.microsoft.com/office/drawing/2010/main" val="0"/>
                </a:ext>
              </a:extLst>
            </a:blip>
            <a:stretch>
              <a:fillRect/>
            </a:stretch>
          </p:blipFill>
          <p:spPr>
            <a:xfrm>
              <a:off x="-2396372" y="4921200"/>
              <a:ext cx="288000" cy="288000"/>
            </a:xfrm>
            <a:prstGeom prst="rect">
              <a:avLst/>
            </a:prstGeom>
          </p:spPr>
        </p:pic>
        <p:sp>
          <p:nvSpPr>
            <p:cNvPr id="119" name="Прямоугольник 118">
              <a:extLst>
                <a:ext uri="{FF2B5EF4-FFF2-40B4-BE49-F238E27FC236}">
                  <a16:creationId xmlns:a16="http://schemas.microsoft.com/office/drawing/2014/main" id="{04B24462-DEAC-1B41-A199-31BAD37678FA}"/>
                </a:ext>
              </a:extLst>
            </p:cNvPr>
            <p:cNvSpPr/>
            <p:nvPr userDrawn="1"/>
          </p:nvSpPr>
          <p:spPr>
            <a:xfrm>
              <a:off x="-5093665" y="1393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0" name="TextBox 129">
              <a:extLst>
                <a:ext uri="{FF2B5EF4-FFF2-40B4-BE49-F238E27FC236}">
                  <a16:creationId xmlns:a16="http://schemas.microsoft.com/office/drawing/2014/main" id="{9B1B8B48-2F62-9744-BE30-90F20E05D2A8}"/>
                </a:ext>
              </a:extLst>
            </p:cNvPr>
            <p:cNvSpPr txBox="1"/>
            <p:nvPr userDrawn="1"/>
          </p:nvSpPr>
          <p:spPr>
            <a:xfrm>
              <a:off x="-4489176" y="14937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42" name="Рисунок 141">
              <a:extLst>
                <a:ext uri="{FF2B5EF4-FFF2-40B4-BE49-F238E27FC236}">
                  <a16:creationId xmlns:a16="http://schemas.microsoft.com/office/drawing/2014/main" id="{D8A78993-0C7C-0B48-9715-DF7273F90076}"/>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4924395" y="1465200"/>
              <a:ext cx="288000" cy="288000"/>
            </a:xfrm>
            <a:prstGeom prst="rect">
              <a:avLst/>
            </a:prstGeom>
          </p:spPr>
        </p:pic>
        <p:sp>
          <p:nvSpPr>
            <p:cNvPr id="201" name="Прямоугольник 200">
              <a:extLst>
                <a:ext uri="{FF2B5EF4-FFF2-40B4-BE49-F238E27FC236}">
                  <a16:creationId xmlns:a16="http://schemas.microsoft.com/office/drawing/2014/main" id="{C3F941D9-43D1-2F4A-8C21-F3882F82AD20}"/>
                </a:ext>
              </a:extLst>
            </p:cNvPr>
            <p:cNvSpPr/>
            <p:nvPr userDrawn="1"/>
          </p:nvSpPr>
          <p:spPr>
            <a:xfrm>
              <a:off x="-2567895" y="1393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2" name="TextBox 201">
              <a:extLst>
                <a:ext uri="{FF2B5EF4-FFF2-40B4-BE49-F238E27FC236}">
                  <a16:creationId xmlns:a16="http://schemas.microsoft.com/office/drawing/2014/main" id="{83287356-20D3-5342-9BB9-FB2A8135CA1B}"/>
                </a:ext>
              </a:extLst>
            </p:cNvPr>
            <p:cNvSpPr txBox="1"/>
            <p:nvPr userDrawn="1"/>
          </p:nvSpPr>
          <p:spPr>
            <a:xfrm>
              <a:off x="-1963406" y="1493784"/>
              <a:ext cx="1439290" cy="230832"/>
            </a:xfrm>
            <a:prstGeom prst="rect">
              <a:avLst/>
            </a:prstGeom>
            <a:noFill/>
          </p:spPr>
          <p:txBody>
            <a:bodyPr wrap="square" rtlCol="0" anchor="ctr">
              <a:spAutoFit/>
            </a:bodyPr>
            <a:lstStyle/>
            <a:p>
              <a:r>
                <a:rPr lang="ru-RU" sz="900" b="1" dirty="0">
                  <a:solidFill>
                    <a:schemeClr val="bg1"/>
                  </a:solidFill>
                </a:rPr>
                <a:t>Приоритеты недели</a:t>
              </a:r>
            </a:p>
          </p:txBody>
        </p:sp>
        <p:pic>
          <p:nvPicPr>
            <p:cNvPr id="334" name="Рисунок 333">
              <a:extLst>
                <a:ext uri="{FF2B5EF4-FFF2-40B4-BE49-F238E27FC236}">
                  <a16:creationId xmlns:a16="http://schemas.microsoft.com/office/drawing/2014/main" id="{E9A4BDFD-E859-8D42-9A54-4F15D6A68FB5}"/>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2396372" y="1465200"/>
              <a:ext cx="288000" cy="288000"/>
            </a:xfrm>
            <a:prstGeom prst="rect">
              <a:avLst/>
            </a:prstGeom>
          </p:spPr>
        </p:pic>
        <p:sp>
          <p:nvSpPr>
            <p:cNvPr id="120" name="Прямоугольник 119">
              <a:extLst>
                <a:ext uri="{FF2B5EF4-FFF2-40B4-BE49-F238E27FC236}">
                  <a16:creationId xmlns:a16="http://schemas.microsoft.com/office/drawing/2014/main" id="{A16E63B7-CF49-1744-822B-C5A24F1B4455}"/>
                </a:ext>
              </a:extLst>
            </p:cNvPr>
            <p:cNvSpPr/>
            <p:nvPr userDrawn="1"/>
          </p:nvSpPr>
          <p:spPr>
            <a:xfrm>
              <a:off x="-5093665" y="5281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1" name="TextBox 130">
              <a:extLst>
                <a:ext uri="{FF2B5EF4-FFF2-40B4-BE49-F238E27FC236}">
                  <a16:creationId xmlns:a16="http://schemas.microsoft.com/office/drawing/2014/main" id="{9D526FD2-5272-7A42-81E1-942A5E48A30E}"/>
                </a:ext>
              </a:extLst>
            </p:cNvPr>
            <p:cNvSpPr txBox="1"/>
            <p:nvPr userDrawn="1"/>
          </p:nvSpPr>
          <p:spPr>
            <a:xfrm>
              <a:off x="-4489176" y="53817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41" name="Рисунок 140">
              <a:extLst>
                <a:ext uri="{FF2B5EF4-FFF2-40B4-BE49-F238E27FC236}">
                  <a16:creationId xmlns:a16="http://schemas.microsoft.com/office/drawing/2014/main" id="{5BEDC640-F231-C647-9E2B-6E4B994B8033}"/>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4924395" y="5353200"/>
              <a:ext cx="288000" cy="288000"/>
            </a:xfrm>
            <a:prstGeom prst="rect">
              <a:avLst/>
            </a:prstGeom>
          </p:spPr>
        </p:pic>
        <p:sp>
          <p:nvSpPr>
            <p:cNvPr id="165" name="Прямоугольник 164">
              <a:extLst>
                <a:ext uri="{FF2B5EF4-FFF2-40B4-BE49-F238E27FC236}">
                  <a16:creationId xmlns:a16="http://schemas.microsoft.com/office/drawing/2014/main" id="{2990B3B4-D800-B246-8433-0950B5F8F4CC}"/>
                </a:ext>
              </a:extLst>
            </p:cNvPr>
            <p:cNvSpPr/>
            <p:nvPr userDrawn="1"/>
          </p:nvSpPr>
          <p:spPr>
            <a:xfrm>
              <a:off x="-2567895" y="5281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6" name="TextBox 165">
              <a:extLst>
                <a:ext uri="{FF2B5EF4-FFF2-40B4-BE49-F238E27FC236}">
                  <a16:creationId xmlns:a16="http://schemas.microsoft.com/office/drawing/2014/main" id="{6A6A5D67-506B-D140-A799-3E2678AE55A4}"/>
                </a:ext>
              </a:extLst>
            </p:cNvPr>
            <p:cNvSpPr txBox="1"/>
            <p:nvPr userDrawn="1"/>
          </p:nvSpPr>
          <p:spPr>
            <a:xfrm>
              <a:off x="-1963406" y="5381784"/>
              <a:ext cx="1439290" cy="230832"/>
            </a:xfrm>
            <a:prstGeom prst="rect">
              <a:avLst/>
            </a:prstGeom>
            <a:noFill/>
          </p:spPr>
          <p:txBody>
            <a:bodyPr wrap="square" rtlCol="0" anchor="ctr">
              <a:spAutoFit/>
            </a:bodyPr>
            <a:lstStyle/>
            <a:p>
              <a:r>
                <a:rPr lang="en-US" sz="900" b="1" dirty="0">
                  <a:solidFill>
                    <a:schemeClr val="bg1"/>
                  </a:solidFill>
                </a:rPr>
                <a:t>IT-</a:t>
              </a:r>
              <a:r>
                <a:rPr lang="ru-RU" sz="900" b="1" dirty="0">
                  <a:solidFill>
                    <a:schemeClr val="bg1"/>
                  </a:solidFill>
                </a:rPr>
                <a:t>внедрения</a:t>
              </a:r>
            </a:p>
          </p:txBody>
        </p:sp>
        <p:pic>
          <p:nvPicPr>
            <p:cNvPr id="336" name="Рисунок 335">
              <a:extLst>
                <a:ext uri="{FF2B5EF4-FFF2-40B4-BE49-F238E27FC236}">
                  <a16:creationId xmlns:a16="http://schemas.microsoft.com/office/drawing/2014/main" id="{5281E1D3-E28C-8746-BC62-E7C985CE77FC}"/>
                </a:ext>
              </a:extLst>
            </p:cNvPr>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2396372" y="5353200"/>
              <a:ext cx="288000" cy="288000"/>
            </a:xfrm>
            <a:prstGeom prst="rect">
              <a:avLst/>
            </a:prstGeom>
          </p:spPr>
        </p:pic>
        <p:sp>
          <p:nvSpPr>
            <p:cNvPr id="121" name="Прямоугольник 120">
              <a:extLst>
                <a:ext uri="{FF2B5EF4-FFF2-40B4-BE49-F238E27FC236}">
                  <a16:creationId xmlns:a16="http://schemas.microsoft.com/office/drawing/2014/main" id="{B5384705-97FD-994A-898C-75CFF06C53B7}"/>
                </a:ext>
              </a:extLst>
            </p:cNvPr>
            <p:cNvSpPr/>
            <p:nvPr userDrawn="1"/>
          </p:nvSpPr>
          <p:spPr>
            <a:xfrm>
              <a:off x="-5093665" y="529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2" name="TextBox 131">
              <a:extLst>
                <a:ext uri="{FF2B5EF4-FFF2-40B4-BE49-F238E27FC236}">
                  <a16:creationId xmlns:a16="http://schemas.microsoft.com/office/drawing/2014/main" id="{C13090A7-6507-A64B-B919-790EF1493424}"/>
                </a:ext>
              </a:extLst>
            </p:cNvPr>
            <p:cNvSpPr txBox="1"/>
            <p:nvPr userDrawn="1"/>
          </p:nvSpPr>
          <p:spPr>
            <a:xfrm>
              <a:off x="-4489176" y="6297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40" name="Рисунок 139">
              <a:extLst>
                <a:ext uri="{FF2B5EF4-FFF2-40B4-BE49-F238E27FC236}">
                  <a16:creationId xmlns:a16="http://schemas.microsoft.com/office/drawing/2014/main" id="{F98EFA87-BD59-A44A-BFA7-190F7C8BE2CC}"/>
                </a:ext>
              </a:extLst>
            </p:cNvPr>
            <p:cNvPicPr>
              <a:picLocks noChangeAspect="1"/>
            </p:cNvPicPr>
            <p:nvPr userDrawn="1"/>
          </p:nvPicPr>
          <p:blipFill>
            <a:blip r:embed="rId24" cstate="hqprint">
              <a:extLst>
                <a:ext uri="{28A0092B-C50C-407E-A947-70E740481C1C}">
                  <a14:useLocalDpi xmlns:a14="http://schemas.microsoft.com/office/drawing/2010/main" val="0"/>
                </a:ext>
              </a:extLst>
            </a:blip>
            <a:stretch>
              <a:fillRect/>
            </a:stretch>
          </p:blipFill>
          <p:spPr>
            <a:xfrm>
              <a:off x="-4924394" y="601200"/>
              <a:ext cx="288000" cy="288000"/>
            </a:xfrm>
            <a:prstGeom prst="rect">
              <a:avLst/>
            </a:prstGeom>
          </p:spPr>
        </p:pic>
        <p:sp>
          <p:nvSpPr>
            <p:cNvPr id="189" name="Прямоугольник 188">
              <a:extLst>
                <a:ext uri="{FF2B5EF4-FFF2-40B4-BE49-F238E27FC236}">
                  <a16:creationId xmlns:a16="http://schemas.microsoft.com/office/drawing/2014/main" id="{D741B3A2-E329-1F44-816B-BE37A24E34E9}"/>
                </a:ext>
              </a:extLst>
            </p:cNvPr>
            <p:cNvSpPr/>
            <p:nvPr userDrawn="1"/>
          </p:nvSpPr>
          <p:spPr>
            <a:xfrm>
              <a:off x="-2567895" y="529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0" name="TextBox 189">
              <a:extLst>
                <a:ext uri="{FF2B5EF4-FFF2-40B4-BE49-F238E27FC236}">
                  <a16:creationId xmlns:a16="http://schemas.microsoft.com/office/drawing/2014/main" id="{7B8AA586-144C-4746-AD9F-F13CC405DCCE}"/>
                </a:ext>
              </a:extLst>
            </p:cNvPr>
            <p:cNvSpPr txBox="1"/>
            <p:nvPr userDrawn="1"/>
          </p:nvSpPr>
          <p:spPr>
            <a:xfrm>
              <a:off x="-1963406" y="629784"/>
              <a:ext cx="1439290" cy="230832"/>
            </a:xfrm>
            <a:prstGeom prst="rect">
              <a:avLst/>
            </a:prstGeom>
            <a:noFill/>
          </p:spPr>
          <p:txBody>
            <a:bodyPr wrap="square" rtlCol="0" anchor="ctr">
              <a:spAutoFit/>
            </a:bodyPr>
            <a:lstStyle/>
            <a:p>
              <a:r>
                <a:rPr lang="ru-RU" sz="900" b="1" dirty="0">
                  <a:solidFill>
                    <a:schemeClr val="bg1"/>
                  </a:solidFill>
                </a:rPr>
                <a:t>Мониторинг КПЭ</a:t>
              </a:r>
            </a:p>
          </p:txBody>
        </p:sp>
        <p:pic>
          <p:nvPicPr>
            <p:cNvPr id="338" name="Рисунок 337">
              <a:extLst>
                <a:ext uri="{FF2B5EF4-FFF2-40B4-BE49-F238E27FC236}">
                  <a16:creationId xmlns:a16="http://schemas.microsoft.com/office/drawing/2014/main" id="{6AD49057-C1CD-B44A-AF66-D972E201F0ED}"/>
                </a:ext>
              </a:extLst>
            </p:cNvPr>
            <p:cNvPicPr>
              <a:picLocks noChangeAspect="1"/>
            </p:cNvPicPr>
            <p:nvPr userDrawn="1"/>
          </p:nvPicPr>
          <p:blipFill>
            <a:blip r:embed="rId25" cstate="hqprint">
              <a:extLst>
                <a:ext uri="{28A0092B-C50C-407E-A947-70E740481C1C}">
                  <a14:useLocalDpi xmlns:a14="http://schemas.microsoft.com/office/drawing/2010/main" val="0"/>
                </a:ext>
              </a:extLst>
            </a:blip>
            <a:stretch>
              <a:fillRect/>
            </a:stretch>
          </p:blipFill>
          <p:spPr>
            <a:xfrm>
              <a:off x="-2396372" y="601200"/>
              <a:ext cx="288000" cy="288000"/>
            </a:xfrm>
            <a:prstGeom prst="rect">
              <a:avLst/>
            </a:prstGeom>
          </p:spPr>
        </p:pic>
        <p:sp>
          <p:nvSpPr>
            <p:cNvPr id="124" name="Прямоугольник 123">
              <a:extLst>
                <a:ext uri="{FF2B5EF4-FFF2-40B4-BE49-F238E27FC236}">
                  <a16:creationId xmlns:a16="http://schemas.microsoft.com/office/drawing/2014/main" id="{8F81D259-5F68-E844-A80B-AF91C96F14A8}"/>
                </a:ext>
              </a:extLst>
            </p:cNvPr>
            <p:cNvSpPr/>
            <p:nvPr userDrawn="1"/>
          </p:nvSpPr>
          <p:spPr>
            <a:xfrm>
              <a:off x="-5093665" y="5713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5" name="TextBox 134">
              <a:extLst>
                <a:ext uri="{FF2B5EF4-FFF2-40B4-BE49-F238E27FC236}">
                  <a16:creationId xmlns:a16="http://schemas.microsoft.com/office/drawing/2014/main" id="{AB143CA4-A188-3848-BB0B-A3FA835D841D}"/>
                </a:ext>
              </a:extLst>
            </p:cNvPr>
            <p:cNvSpPr txBox="1"/>
            <p:nvPr userDrawn="1"/>
          </p:nvSpPr>
          <p:spPr>
            <a:xfrm>
              <a:off x="-4489176" y="58137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37" name="Рисунок 136">
              <a:extLst>
                <a:ext uri="{FF2B5EF4-FFF2-40B4-BE49-F238E27FC236}">
                  <a16:creationId xmlns:a16="http://schemas.microsoft.com/office/drawing/2014/main" id="{90510E33-CA11-F14E-A863-2DF7B4082C59}"/>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4924394" y="5785200"/>
              <a:ext cx="288000" cy="288000"/>
            </a:xfrm>
            <a:prstGeom prst="rect">
              <a:avLst/>
            </a:prstGeom>
          </p:spPr>
        </p:pic>
        <p:sp>
          <p:nvSpPr>
            <p:cNvPr id="217" name="Прямоугольник 216">
              <a:extLst>
                <a:ext uri="{FF2B5EF4-FFF2-40B4-BE49-F238E27FC236}">
                  <a16:creationId xmlns:a16="http://schemas.microsoft.com/office/drawing/2014/main" id="{55F1BF3E-C3B7-584A-A6F9-EC8004508276}"/>
                </a:ext>
              </a:extLst>
            </p:cNvPr>
            <p:cNvSpPr/>
            <p:nvPr userDrawn="1"/>
          </p:nvSpPr>
          <p:spPr>
            <a:xfrm>
              <a:off x="-2567895" y="5713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8" name="TextBox 217">
              <a:extLst>
                <a:ext uri="{FF2B5EF4-FFF2-40B4-BE49-F238E27FC236}">
                  <a16:creationId xmlns:a16="http://schemas.microsoft.com/office/drawing/2014/main" id="{AC821BF5-A328-5B4E-9D52-F365F9EE0893}"/>
                </a:ext>
              </a:extLst>
            </p:cNvPr>
            <p:cNvSpPr txBox="1"/>
            <p:nvPr userDrawn="1"/>
          </p:nvSpPr>
          <p:spPr>
            <a:xfrm>
              <a:off x="-1963406" y="5813784"/>
              <a:ext cx="1439290" cy="230832"/>
            </a:xfrm>
            <a:prstGeom prst="rect">
              <a:avLst/>
            </a:prstGeom>
            <a:noFill/>
          </p:spPr>
          <p:txBody>
            <a:bodyPr wrap="square" rtlCol="0" anchor="ctr">
              <a:spAutoFit/>
            </a:bodyPr>
            <a:lstStyle/>
            <a:p>
              <a:r>
                <a:rPr lang="en-US" sz="900" b="1" dirty="0">
                  <a:solidFill>
                    <a:schemeClr val="bg1"/>
                  </a:solidFill>
                </a:rPr>
                <a:t>Housekeeping dashboard</a:t>
              </a:r>
              <a:endParaRPr lang="ru-RU" sz="900" b="1" dirty="0">
                <a:solidFill>
                  <a:schemeClr val="bg1"/>
                </a:solidFill>
              </a:endParaRPr>
            </a:p>
          </p:txBody>
        </p:sp>
        <p:pic>
          <p:nvPicPr>
            <p:cNvPr id="340" name="Рисунок 339">
              <a:extLst>
                <a:ext uri="{FF2B5EF4-FFF2-40B4-BE49-F238E27FC236}">
                  <a16:creationId xmlns:a16="http://schemas.microsoft.com/office/drawing/2014/main" id="{F1B954CD-F432-3F4D-8A1B-A1646C40FEF4}"/>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2396372" y="5785200"/>
              <a:ext cx="288000" cy="288000"/>
            </a:xfrm>
            <a:prstGeom prst="rect">
              <a:avLst/>
            </a:prstGeom>
          </p:spPr>
        </p:pic>
        <p:sp>
          <p:nvSpPr>
            <p:cNvPr id="125" name="Прямоугольник 124">
              <a:extLst>
                <a:ext uri="{FF2B5EF4-FFF2-40B4-BE49-F238E27FC236}">
                  <a16:creationId xmlns:a16="http://schemas.microsoft.com/office/drawing/2014/main" id="{F8BA2D93-3381-3F41-A673-E1B470476389}"/>
                </a:ext>
              </a:extLst>
            </p:cNvPr>
            <p:cNvSpPr/>
            <p:nvPr userDrawn="1"/>
          </p:nvSpPr>
          <p:spPr>
            <a:xfrm>
              <a:off x="-5093665" y="61452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6" name="TextBox 135">
              <a:extLst>
                <a:ext uri="{FF2B5EF4-FFF2-40B4-BE49-F238E27FC236}">
                  <a16:creationId xmlns:a16="http://schemas.microsoft.com/office/drawing/2014/main" id="{CF97D0CF-B80E-4846-ABF6-06736C7556E8}"/>
                </a:ext>
              </a:extLst>
            </p:cNvPr>
            <p:cNvSpPr txBox="1"/>
            <p:nvPr userDrawn="1"/>
          </p:nvSpPr>
          <p:spPr>
            <a:xfrm>
              <a:off x="-4489176" y="62457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46" name="Рисунок 145">
              <a:extLst>
                <a:ext uri="{FF2B5EF4-FFF2-40B4-BE49-F238E27FC236}">
                  <a16:creationId xmlns:a16="http://schemas.microsoft.com/office/drawing/2014/main" id="{A987CB5B-BE98-A342-BE63-2B9C70A990B1}"/>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4924394" y="6217200"/>
              <a:ext cx="288000" cy="288000"/>
            </a:xfrm>
            <a:prstGeom prst="rect">
              <a:avLst/>
            </a:prstGeom>
          </p:spPr>
        </p:pic>
        <p:sp>
          <p:nvSpPr>
            <p:cNvPr id="161" name="Прямоугольник 160">
              <a:extLst>
                <a:ext uri="{FF2B5EF4-FFF2-40B4-BE49-F238E27FC236}">
                  <a16:creationId xmlns:a16="http://schemas.microsoft.com/office/drawing/2014/main" id="{D8A668F4-7A40-354E-9F3F-F546A77CD83E}"/>
                </a:ext>
              </a:extLst>
            </p:cNvPr>
            <p:cNvSpPr/>
            <p:nvPr userDrawn="1"/>
          </p:nvSpPr>
          <p:spPr>
            <a:xfrm>
              <a:off x="-2567895" y="61452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2" name="TextBox 161">
              <a:extLst>
                <a:ext uri="{FF2B5EF4-FFF2-40B4-BE49-F238E27FC236}">
                  <a16:creationId xmlns:a16="http://schemas.microsoft.com/office/drawing/2014/main" id="{42FAF9B6-A2BA-2543-B4B0-80B4978F0E11}"/>
                </a:ext>
              </a:extLst>
            </p:cNvPr>
            <p:cNvSpPr txBox="1"/>
            <p:nvPr userDrawn="1"/>
          </p:nvSpPr>
          <p:spPr>
            <a:xfrm>
              <a:off x="-1963406" y="6245784"/>
              <a:ext cx="1439290" cy="230832"/>
            </a:xfrm>
            <a:prstGeom prst="rect">
              <a:avLst/>
            </a:prstGeom>
            <a:noFill/>
          </p:spPr>
          <p:txBody>
            <a:bodyPr wrap="square" rtlCol="0" anchor="ctr">
              <a:spAutoFit/>
            </a:bodyPr>
            <a:lstStyle/>
            <a:p>
              <a:r>
                <a:rPr lang="ru-RU" sz="900" b="1" dirty="0">
                  <a:solidFill>
                    <a:schemeClr val="bg1"/>
                  </a:solidFill>
                </a:rPr>
                <a:t>Дополнительно</a:t>
              </a:r>
            </a:p>
          </p:txBody>
        </p:sp>
        <p:pic>
          <p:nvPicPr>
            <p:cNvPr id="342" name="Рисунок 341">
              <a:extLst>
                <a:ext uri="{FF2B5EF4-FFF2-40B4-BE49-F238E27FC236}">
                  <a16:creationId xmlns:a16="http://schemas.microsoft.com/office/drawing/2014/main" id="{7BFE5B7C-FBDE-6546-BA3D-8114632BF92E}"/>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2396372" y="6217200"/>
              <a:ext cx="288000" cy="288000"/>
            </a:xfrm>
            <a:prstGeom prst="rect">
              <a:avLst/>
            </a:prstGeom>
          </p:spPr>
        </p:pic>
      </p:grpSp>
      <p:sp>
        <p:nvSpPr>
          <p:cNvPr id="207" name="Прямоугольник 206">
            <a:extLst>
              <a:ext uri="{FF2B5EF4-FFF2-40B4-BE49-F238E27FC236}">
                <a16:creationId xmlns:a16="http://schemas.microsoft.com/office/drawing/2014/main" id="{0A0A5862-03DB-A440-A69A-FAD6F62D35C2}"/>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8" name="TextBox 207">
            <a:extLst>
              <a:ext uri="{FF2B5EF4-FFF2-40B4-BE49-F238E27FC236}">
                <a16:creationId xmlns:a16="http://schemas.microsoft.com/office/drawing/2014/main" id="{42C836AA-8970-C349-863B-6E901350852B}"/>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211" name="Рисунок 210">
            <a:extLst>
              <a:ext uri="{FF2B5EF4-FFF2-40B4-BE49-F238E27FC236}">
                <a16:creationId xmlns:a16="http://schemas.microsoft.com/office/drawing/2014/main" id="{23722B29-4A6A-D04F-9A91-9F31C700AF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212" name="Прямоугольник 211">
            <a:extLst>
              <a:ext uri="{FF2B5EF4-FFF2-40B4-BE49-F238E27FC236}">
                <a16:creationId xmlns:a16="http://schemas.microsoft.com/office/drawing/2014/main" id="{968152FB-9C8C-0141-9784-F761E39A9120}"/>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5" name="TextBox 214">
            <a:extLst>
              <a:ext uri="{FF2B5EF4-FFF2-40B4-BE49-F238E27FC236}">
                <a16:creationId xmlns:a16="http://schemas.microsoft.com/office/drawing/2014/main" id="{5CBBF507-561A-4140-8F9A-30016B3EB579}"/>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216" name="Рисунок 215">
            <a:extLst>
              <a:ext uri="{FF2B5EF4-FFF2-40B4-BE49-F238E27FC236}">
                <a16:creationId xmlns:a16="http://schemas.microsoft.com/office/drawing/2014/main" id="{EEE81BA0-F509-AF40-BDE7-B6EB56C0877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219" name="Прямоугольник 218">
            <a:extLst>
              <a:ext uri="{FF2B5EF4-FFF2-40B4-BE49-F238E27FC236}">
                <a16:creationId xmlns:a16="http://schemas.microsoft.com/office/drawing/2014/main" id="{65A89517-AD68-8D4B-A470-8E49B6A32360}"/>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0" name="TextBox 219">
            <a:extLst>
              <a:ext uri="{FF2B5EF4-FFF2-40B4-BE49-F238E27FC236}">
                <a16:creationId xmlns:a16="http://schemas.microsoft.com/office/drawing/2014/main" id="{B3A7A76B-3DC5-F34E-BA0C-5C87135B9EF0}"/>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221" name="Рисунок 220">
            <a:extLst>
              <a:ext uri="{FF2B5EF4-FFF2-40B4-BE49-F238E27FC236}">
                <a16:creationId xmlns:a16="http://schemas.microsoft.com/office/drawing/2014/main" id="{AC30EFA7-9B2C-534C-8F71-FE4498E26738}"/>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222" name="Прямоугольник 221">
            <a:extLst>
              <a:ext uri="{FF2B5EF4-FFF2-40B4-BE49-F238E27FC236}">
                <a16:creationId xmlns:a16="http://schemas.microsoft.com/office/drawing/2014/main" id="{B4024505-4889-AA44-B923-120D73D4BD01}"/>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3" name="TextBox 222">
            <a:extLst>
              <a:ext uri="{FF2B5EF4-FFF2-40B4-BE49-F238E27FC236}">
                <a16:creationId xmlns:a16="http://schemas.microsoft.com/office/drawing/2014/main" id="{A5D25E99-9377-A544-80A1-12016A7AA5DD}"/>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224" name="Рисунок 223">
            <a:extLst>
              <a:ext uri="{FF2B5EF4-FFF2-40B4-BE49-F238E27FC236}">
                <a16:creationId xmlns:a16="http://schemas.microsoft.com/office/drawing/2014/main" id="{DC1DF41E-13AD-1347-8110-FB771122975D}"/>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225" name="Прямоугольник 224">
            <a:extLst>
              <a:ext uri="{FF2B5EF4-FFF2-40B4-BE49-F238E27FC236}">
                <a16:creationId xmlns:a16="http://schemas.microsoft.com/office/drawing/2014/main" id="{AED58F0E-5BCE-5044-B8AD-3D907988CCD2}"/>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6" name="TextBox 225">
            <a:extLst>
              <a:ext uri="{FF2B5EF4-FFF2-40B4-BE49-F238E27FC236}">
                <a16:creationId xmlns:a16="http://schemas.microsoft.com/office/drawing/2014/main" id="{72340C4A-2C86-9042-AB11-DA90A7C5D804}"/>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227" name="Рисунок 226">
            <a:extLst>
              <a:ext uri="{FF2B5EF4-FFF2-40B4-BE49-F238E27FC236}">
                <a16:creationId xmlns:a16="http://schemas.microsoft.com/office/drawing/2014/main" id="{E0BDE77D-CC0B-6040-AAA5-8045D9F85A3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228" name="Прямоугольник 227">
            <a:extLst>
              <a:ext uri="{FF2B5EF4-FFF2-40B4-BE49-F238E27FC236}">
                <a16:creationId xmlns:a16="http://schemas.microsoft.com/office/drawing/2014/main" id="{E1E48A4B-F12A-0944-94E6-5525B1575E20}"/>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9" name="TextBox 228">
            <a:extLst>
              <a:ext uri="{FF2B5EF4-FFF2-40B4-BE49-F238E27FC236}">
                <a16:creationId xmlns:a16="http://schemas.microsoft.com/office/drawing/2014/main" id="{BB838640-8F34-B547-9D92-E06C6DD46C97}"/>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230" name="Рисунок 229">
            <a:extLst>
              <a:ext uri="{FF2B5EF4-FFF2-40B4-BE49-F238E27FC236}">
                <a16:creationId xmlns:a16="http://schemas.microsoft.com/office/drawing/2014/main" id="{8B333188-16AB-7646-8A6A-05EB031C70B2}"/>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231" name="Прямоугольник 230">
            <a:extLst>
              <a:ext uri="{FF2B5EF4-FFF2-40B4-BE49-F238E27FC236}">
                <a16:creationId xmlns:a16="http://schemas.microsoft.com/office/drawing/2014/main" id="{A663349D-7BA6-3345-A25C-53166DA20F90}"/>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2" name="TextBox 231">
            <a:extLst>
              <a:ext uri="{FF2B5EF4-FFF2-40B4-BE49-F238E27FC236}">
                <a16:creationId xmlns:a16="http://schemas.microsoft.com/office/drawing/2014/main" id="{3481EBA2-23C4-114D-91BB-A94A9E081374}"/>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233" name="Рисунок 232">
            <a:extLst>
              <a:ext uri="{FF2B5EF4-FFF2-40B4-BE49-F238E27FC236}">
                <a16:creationId xmlns:a16="http://schemas.microsoft.com/office/drawing/2014/main" id="{11AA79E8-0299-AD4C-9045-DE365DA2CFDC}"/>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234" name="Прямоугольник 233">
            <a:extLst>
              <a:ext uri="{FF2B5EF4-FFF2-40B4-BE49-F238E27FC236}">
                <a16:creationId xmlns:a16="http://schemas.microsoft.com/office/drawing/2014/main" id="{F12BD24E-BD37-DF43-B294-C89212BC587D}"/>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5" name="TextBox 234">
            <a:extLst>
              <a:ext uri="{FF2B5EF4-FFF2-40B4-BE49-F238E27FC236}">
                <a16:creationId xmlns:a16="http://schemas.microsoft.com/office/drawing/2014/main" id="{681D3870-C128-4C48-AC42-5CAB252D82EF}"/>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236" name="Рисунок 235">
            <a:extLst>
              <a:ext uri="{FF2B5EF4-FFF2-40B4-BE49-F238E27FC236}">
                <a16:creationId xmlns:a16="http://schemas.microsoft.com/office/drawing/2014/main" id="{A5E72FB6-4D59-394B-ACC0-813870D237AD}"/>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237" name="Прямоугольник 236">
            <a:extLst>
              <a:ext uri="{FF2B5EF4-FFF2-40B4-BE49-F238E27FC236}">
                <a16:creationId xmlns:a16="http://schemas.microsoft.com/office/drawing/2014/main" id="{F32BD1D7-6E30-CB40-8A38-FAB11E37DE00}"/>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8" name="TextBox 237">
            <a:extLst>
              <a:ext uri="{FF2B5EF4-FFF2-40B4-BE49-F238E27FC236}">
                <a16:creationId xmlns:a16="http://schemas.microsoft.com/office/drawing/2014/main" id="{810B3434-A831-5D48-9A7B-8E2C231CE96E}"/>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239" name="Рисунок 238">
            <a:extLst>
              <a:ext uri="{FF2B5EF4-FFF2-40B4-BE49-F238E27FC236}">
                <a16:creationId xmlns:a16="http://schemas.microsoft.com/office/drawing/2014/main" id="{94B4312E-88C9-9641-A630-B1ED93C0BB77}"/>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240" name="Прямоугольник 239">
            <a:extLst>
              <a:ext uri="{FF2B5EF4-FFF2-40B4-BE49-F238E27FC236}">
                <a16:creationId xmlns:a16="http://schemas.microsoft.com/office/drawing/2014/main" id="{0E85EDA0-A6A8-B841-8A3E-89C73C214DEC}"/>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1" name="TextBox 240">
            <a:extLst>
              <a:ext uri="{FF2B5EF4-FFF2-40B4-BE49-F238E27FC236}">
                <a16:creationId xmlns:a16="http://schemas.microsoft.com/office/drawing/2014/main" id="{1F03F0F9-E8AD-284C-B4B1-C66B2E49417B}"/>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242" name="Рисунок 241">
            <a:extLst>
              <a:ext uri="{FF2B5EF4-FFF2-40B4-BE49-F238E27FC236}">
                <a16:creationId xmlns:a16="http://schemas.microsoft.com/office/drawing/2014/main" id="{E736CA39-155B-1E43-B0E4-7E085570FAB5}"/>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243" name="Прямоугольник 242">
            <a:extLst>
              <a:ext uri="{FF2B5EF4-FFF2-40B4-BE49-F238E27FC236}">
                <a16:creationId xmlns:a16="http://schemas.microsoft.com/office/drawing/2014/main" id="{08357720-E8B4-E948-A2B3-4976B5918BFE}"/>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4" name="TextBox 243">
            <a:extLst>
              <a:ext uri="{FF2B5EF4-FFF2-40B4-BE49-F238E27FC236}">
                <a16:creationId xmlns:a16="http://schemas.microsoft.com/office/drawing/2014/main" id="{C68115D2-7233-5F40-8AFD-9294540BCBF8}"/>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245" name="Рисунок 244">
            <a:extLst>
              <a:ext uri="{FF2B5EF4-FFF2-40B4-BE49-F238E27FC236}">
                <a16:creationId xmlns:a16="http://schemas.microsoft.com/office/drawing/2014/main" id="{7210B3AA-B3BB-F942-B2E6-3D66060E2DBF}"/>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246" name="Прямоугольник 245">
            <a:extLst>
              <a:ext uri="{FF2B5EF4-FFF2-40B4-BE49-F238E27FC236}">
                <a16:creationId xmlns:a16="http://schemas.microsoft.com/office/drawing/2014/main" id="{9061AAAB-8F17-C04A-B527-E6B7A72A24B2}"/>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7" name="TextBox 246">
            <a:extLst>
              <a:ext uri="{FF2B5EF4-FFF2-40B4-BE49-F238E27FC236}">
                <a16:creationId xmlns:a16="http://schemas.microsoft.com/office/drawing/2014/main" id="{2D15E669-6A8E-1043-9336-D5E60947C37F}"/>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248" name="Рисунок 247">
            <a:extLst>
              <a:ext uri="{FF2B5EF4-FFF2-40B4-BE49-F238E27FC236}">
                <a16:creationId xmlns:a16="http://schemas.microsoft.com/office/drawing/2014/main" id="{C8605465-ECE5-2A4D-BBC5-AB91AF8EC813}"/>
              </a:ext>
            </a:extLst>
          </p:cNvPr>
          <p:cNvPicPr>
            <a:picLocks noChangeAspect="1"/>
          </p:cNvPicPr>
          <p:nvPr userDrawn="1"/>
        </p:nvPicPr>
        <p:blipFill>
          <a:blip r:embed="rId24"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249" name="Прямоугольник 248">
            <a:extLst>
              <a:ext uri="{FF2B5EF4-FFF2-40B4-BE49-F238E27FC236}">
                <a16:creationId xmlns:a16="http://schemas.microsoft.com/office/drawing/2014/main" id="{96EE7546-CDA5-D641-A768-00B23BC7534D}"/>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0" name="TextBox 249">
            <a:extLst>
              <a:ext uri="{FF2B5EF4-FFF2-40B4-BE49-F238E27FC236}">
                <a16:creationId xmlns:a16="http://schemas.microsoft.com/office/drawing/2014/main" id="{044C208F-BB8B-594E-BCF6-081894CBE930}"/>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251" name="Рисунок 250">
            <a:extLst>
              <a:ext uri="{FF2B5EF4-FFF2-40B4-BE49-F238E27FC236}">
                <a16:creationId xmlns:a16="http://schemas.microsoft.com/office/drawing/2014/main" id="{1114ADE5-33A7-4E40-BF1A-1343F8391AC1}"/>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252" name="Прямоугольник 251">
            <a:extLst>
              <a:ext uri="{FF2B5EF4-FFF2-40B4-BE49-F238E27FC236}">
                <a16:creationId xmlns:a16="http://schemas.microsoft.com/office/drawing/2014/main" id="{7478E0D9-AFC9-4041-9434-AEF3C633E38F}"/>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3" name="TextBox 252">
            <a:extLst>
              <a:ext uri="{FF2B5EF4-FFF2-40B4-BE49-F238E27FC236}">
                <a16:creationId xmlns:a16="http://schemas.microsoft.com/office/drawing/2014/main" id="{4C1DD18C-C511-6B4D-8D3A-84F3B11F9425}"/>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254" name="Рисунок 253">
            <a:extLst>
              <a:ext uri="{FF2B5EF4-FFF2-40B4-BE49-F238E27FC236}">
                <a16:creationId xmlns:a16="http://schemas.microsoft.com/office/drawing/2014/main" id="{CD974F71-B1CE-964C-BB01-E956C2C34EB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39" name="Прямоугольник 138">
            <a:extLst>
              <a:ext uri="{FF2B5EF4-FFF2-40B4-BE49-F238E27FC236}">
                <a16:creationId xmlns:a16="http://schemas.microsoft.com/office/drawing/2014/main" id="{F7A6714F-3C4B-794A-828D-DB2F8A2A9501}"/>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0" name="Рисунок 149">
            <a:extLst>
              <a:ext uri="{FF2B5EF4-FFF2-40B4-BE49-F238E27FC236}">
                <a16:creationId xmlns:a16="http://schemas.microsoft.com/office/drawing/2014/main" id="{63F3A46F-5FB4-0248-8F8A-34F250DB0B02}"/>
              </a:ext>
            </a:extLst>
          </p:cNvPr>
          <p:cNvPicPr>
            <a:picLocks noChangeAspect="1"/>
          </p:cNvPicPr>
          <p:nvPr userDrawn="1"/>
        </p:nvPicPr>
        <p:blipFill rotWithShape="1">
          <a:blip r:embed="rId30"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spTree>
    <p:extLst>
      <p:ext uri="{BB962C8B-B14F-4D97-AF65-F5344CB8AC3E}">
        <p14:creationId xmlns:p14="http://schemas.microsoft.com/office/powerpoint/2010/main" val="17983704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Мониторинг КПЭ">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D2911D6F-3963-2549-BAB8-156C2C9A370A}"/>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F58A97C1-CBDC-F341-AB90-EB0671A1DA02}"/>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4" name="TextBox 93">
            <a:extLst>
              <a:ext uri="{FF2B5EF4-FFF2-40B4-BE49-F238E27FC236}">
                <a16:creationId xmlns:a16="http://schemas.microsoft.com/office/drawing/2014/main" id="{8ABAD0E0-B078-FF4E-83AF-D94F3678245B}"/>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78900C2C-F08F-9440-B651-250A8B029F67}"/>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A3BD6C48-99AC-894A-AF32-B3CEBA025F95}"/>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6FEF088B-0C1A-7D41-B42F-465F2D10AFB5}"/>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DA80E793-28E0-7B45-BE3D-BB9C5DCF7F93}"/>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7B529092-BF87-4541-B368-D4F955B45031}"/>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B144134F-E7F4-4C4B-A2A6-06BE4CCCDA83}"/>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4D2C5F92-922B-8644-9267-2C4DF30504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B8B515C9-560A-9E4E-A889-11AA28B2692D}"/>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72B6C16D-E325-0F49-AB28-E7483C3CC610}"/>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EEFBB6DF-9976-CC49-AAB9-2F5FDDD17D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A162622E-7B42-4F4D-BC60-9CF0CD50A9B6}"/>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05F87F52-8A16-9940-BF55-7C8122753BDF}"/>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6184F337-D850-3C43-ACB0-9CA2D515368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11282BBF-74E1-364A-AD7B-8EED4E77E62A}"/>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7F5E27E4-4326-704E-9D37-9E217EAB2919}"/>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DC170A73-B2CF-CE41-AF47-990A7D25EC4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E7600665-B2A6-0C42-A9B5-6D24D1C43550}"/>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66263EC6-0B06-A84D-9995-C971C4D2311C}"/>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EF1E9AF0-EC07-AA4A-8901-C6EA51A80E2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7A77D292-2F3A-8D44-9C87-0610F32007A5}"/>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277F4D72-D372-3B44-AB36-1F2870FB3B7B}"/>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5F3434A6-FDE7-1C4B-898D-B90C7EBC06FD}"/>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12A64E19-416F-E146-BE1F-97A8CE8739C2}"/>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004F0EF6-5935-4044-B21A-B735745880CB}"/>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7CF8E0FE-8BFD-BA44-8309-1927C4C07B57}"/>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3D5BA67D-5BA8-F94A-8D0E-782B8EEEB444}"/>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D00AFB0D-849B-684C-92C3-914C68B8C606}"/>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5AC32FC8-8DDB-E549-A765-2FB44019845A}"/>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0BAFE81B-9687-4A44-B835-DA6DEAAE46BD}"/>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3672D2D8-0DB0-C34E-ADBC-3E6602C63F32}"/>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7C5A18B2-905E-F641-A171-F5CEEFA9D98C}"/>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FB17682F-79D6-3442-9587-4018B4E2135A}"/>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TextBox 89">
            <a:extLst>
              <a:ext uri="{FF2B5EF4-FFF2-40B4-BE49-F238E27FC236}">
                <a16:creationId xmlns:a16="http://schemas.microsoft.com/office/drawing/2014/main" id="{77102DF2-3E64-CA48-A02F-770198EA1A83}"/>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91" name="Рисунок 90">
            <a:extLst>
              <a:ext uri="{FF2B5EF4-FFF2-40B4-BE49-F238E27FC236}">
                <a16:creationId xmlns:a16="http://schemas.microsoft.com/office/drawing/2014/main" id="{28CDA5E5-FFFF-DF4D-9248-AB3308DC9DDD}"/>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92" name="Прямоугольник 91">
            <a:extLst>
              <a:ext uri="{FF2B5EF4-FFF2-40B4-BE49-F238E27FC236}">
                <a16:creationId xmlns:a16="http://schemas.microsoft.com/office/drawing/2014/main" id="{5B9C4F70-5EAB-F940-951E-41402FA17D14}"/>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a:extLst>
              <a:ext uri="{FF2B5EF4-FFF2-40B4-BE49-F238E27FC236}">
                <a16:creationId xmlns:a16="http://schemas.microsoft.com/office/drawing/2014/main" id="{9C17B975-6313-B547-A4D5-7F4D89686AA8}"/>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95" name="Рисунок 94">
            <a:extLst>
              <a:ext uri="{FF2B5EF4-FFF2-40B4-BE49-F238E27FC236}">
                <a16:creationId xmlns:a16="http://schemas.microsoft.com/office/drawing/2014/main" id="{9D065C59-C937-E743-8584-757F7F538FA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99" name="Прямоугольник 98">
            <a:extLst>
              <a:ext uri="{FF2B5EF4-FFF2-40B4-BE49-F238E27FC236}">
                <a16:creationId xmlns:a16="http://schemas.microsoft.com/office/drawing/2014/main" id="{8DC1477B-F7CB-474C-8BC6-362B252DB823}"/>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0" name="TextBox 99">
            <a:extLst>
              <a:ext uri="{FF2B5EF4-FFF2-40B4-BE49-F238E27FC236}">
                <a16:creationId xmlns:a16="http://schemas.microsoft.com/office/drawing/2014/main" id="{69C38114-DC3E-0947-921E-9EE99E080FB0}"/>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01" name="Рисунок 100">
            <a:extLst>
              <a:ext uri="{FF2B5EF4-FFF2-40B4-BE49-F238E27FC236}">
                <a16:creationId xmlns:a16="http://schemas.microsoft.com/office/drawing/2014/main" id="{5FC149C7-097E-134B-BA79-FE7F5A785FB7}"/>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02" name="Прямоугольник 101">
            <a:extLst>
              <a:ext uri="{FF2B5EF4-FFF2-40B4-BE49-F238E27FC236}">
                <a16:creationId xmlns:a16="http://schemas.microsoft.com/office/drawing/2014/main" id="{103C7277-784E-8540-B91F-A778287DD6B3}"/>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BEEB009F-7CDB-E242-9E6A-BBE0B3879C36}"/>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04" name="Рисунок 103">
            <a:extLst>
              <a:ext uri="{FF2B5EF4-FFF2-40B4-BE49-F238E27FC236}">
                <a16:creationId xmlns:a16="http://schemas.microsoft.com/office/drawing/2014/main" id="{2BFE543A-F061-5645-911D-194E0734B8B7}"/>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38" name="Прямоугольник 137">
            <a:extLst>
              <a:ext uri="{FF2B5EF4-FFF2-40B4-BE49-F238E27FC236}">
                <a16:creationId xmlns:a16="http://schemas.microsoft.com/office/drawing/2014/main" id="{4CC2323C-6A9E-4240-BA4D-40C1CEBA5495}"/>
              </a:ext>
            </a:extLst>
          </p:cNvPr>
          <p:cNvSpPr/>
          <p:nvPr userDrawn="1"/>
        </p:nvSpPr>
        <p:spPr>
          <a:xfrm>
            <a:off x="0" y="540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9" name="TextBox 138">
            <a:extLst>
              <a:ext uri="{FF2B5EF4-FFF2-40B4-BE49-F238E27FC236}">
                <a16:creationId xmlns:a16="http://schemas.microsoft.com/office/drawing/2014/main" id="{36064FD3-4795-9E4B-A0A0-C4E2F733B33B}"/>
              </a:ext>
            </a:extLst>
          </p:cNvPr>
          <p:cNvSpPr txBox="1"/>
          <p:nvPr userDrawn="1"/>
        </p:nvSpPr>
        <p:spPr>
          <a:xfrm>
            <a:off x="604489" y="640584"/>
            <a:ext cx="1439290" cy="230832"/>
          </a:xfrm>
          <a:prstGeom prst="rect">
            <a:avLst/>
          </a:prstGeom>
          <a:noFill/>
        </p:spPr>
        <p:txBody>
          <a:bodyPr wrap="square" rtlCol="0" anchor="ctr">
            <a:spAutoFit/>
          </a:bodyPr>
          <a:lstStyle/>
          <a:p>
            <a:r>
              <a:rPr lang="ru-RU" sz="900" b="1" dirty="0">
                <a:solidFill>
                  <a:schemeClr val="bg1"/>
                </a:solidFill>
              </a:rPr>
              <a:t>Мониторинг КПЭ</a:t>
            </a:r>
          </a:p>
        </p:txBody>
      </p:sp>
      <p:pic>
        <p:nvPicPr>
          <p:cNvPr id="140" name="Рисунок 139">
            <a:extLst>
              <a:ext uri="{FF2B5EF4-FFF2-40B4-BE49-F238E27FC236}">
                <a16:creationId xmlns:a16="http://schemas.microsoft.com/office/drawing/2014/main" id="{E0C967F9-2C44-3C48-BA7D-10F706D9C1A5}"/>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171523" y="612000"/>
            <a:ext cx="288000" cy="288000"/>
          </a:xfrm>
          <a:prstGeom prst="rect">
            <a:avLst/>
          </a:prstGeom>
        </p:spPr>
      </p:pic>
      <p:sp>
        <p:nvSpPr>
          <p:cNvPr id="53" name="Прямоугольник 52">
            <a:extLst>
              <a:ext uri="{FF2B5EF4-FFF2-40B4-BE49-F238E27FC236}">
                <a16:creationId xmlns:a16="http://schemas.microsoft.com/office/drawing/2014/main" id="{646ECFDF-F0B2-4043-BE56-E3A909CF6811}"/>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4D172D85-9CC8-A345-945D-3FC86717EB04}"/>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17138760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Календарь событий">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9AC7A6EF-2731-F046-9340-D8335C227DB3}"/>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BE371AA9-EFBB-9A4A-B006-D9977C8192DE}"/>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6F21F700-E318-0C4C-80E2-474F50DE3366}"/>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0CBEBAB2-0138-3545-94E3-F318AFF46406}"/>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A0BF67A6-BE76-FB48-B823-EAF335E0C2AF}"/>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8200AA02-9FB0-684B-9A73-A35A4AE123C5}"/>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88BE1DA0-5352-1142-82F6-110C2AD79A3A}"/>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DAFD95B1-1D63-C849-9294-0E250A160415}"/>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181926F7-A984-2A41-A3B2-2BBF79A55CFA}"/>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4A7D4B31-059D-4842-8F61-1E6B21F42B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182F7E04-5079-D14B-B22F-E55C13F9F46B}"/>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99F63D9E-6D8B-3944-9EB0-80F5CAD5642C}"/>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F1757DEE-9547-1145-B0E5-1250AE1BE01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08247C9C-9324-D043-9F5F-94BB6C1E8D2A}"/>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E7CFB55A-9149-0542-8D1E-98195292148F}"/>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C87CBAA0-785A-A94D-882D-CBF1CB1AA28C}"/>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0D7251ED-27D2-0044-B602-59739F3C3296}"/>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A32AD8FB-CC58-2848-A460-BCCD853CC468}"/>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72444AC0-D840-CA41-B669-0A4F16FEFC77}"/>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A13EE542-E774-9246-BE7A-FDCF37EEC4DE}"/>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60397C1A-3DEA-4446-B270-AC540AC8150E}"/>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E45AD05D-F4BD-7244-B219-409C4429FC3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7AB27106-DCE4-E24C-A707-B03E74E18239}"/>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DFD80163-178B-2D41-AC43-23AAA1598A41}"/>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423DDE2E-4AD5-F24A-AF06-B1A86986F49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CC6B15D4-147A-5649-8CEF-147DF6E2D3F9}"/>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9B07AA80-4EA0-2C40-8A70-1C532093464F}"/>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77E0E205-27A6-7641-9673-944997353D5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6" name="Прямоугольник 85">
            <a:extLst>
              <a:ext uri="{FF2B5EF4-FFF2-40B4-BE49-F238E27FC236}">
                <a16:creationId xmlns:a16="http://schemas.microsoft.com/office/drawing/2014/main" id="{664E5CCC-FA5C-DE46-8C49-6B8F75CAB68E}"/>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EDD7AB78-01B4-DB44-B678-EBF8D7E2EBF2}"/>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B20FBA94-3750-BC41-A29E-A2ADD3C55BE2}"/>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E1A9A21B-F4E7-EF41-BBA3-EF3B2088F127}"/>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0650505C-451A-8C4E-8A92-7D51AA6BACA0}"/>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4" name="Рисунок 103">
            <a:extLst>
              <a:ext uri="{FF2B5EF4-FFF2-40B4-BE49-F238E27FC236}">
                <a16:creationId xmlns:a16="http://schemas.microsoft.com/office/drawing/2014/main" id="{57FE7CE8-5631-6746-BE81-1347C15B7CBB}"/>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0EC76742-38B6-7043-8608-9E21820A8E33}"/>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224C703D-2BE6-CB49-99B3-FA8CE9027ABA}"/>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9" name="Рисунок 108">
            <a:extLst>
              <a:ext uri="{FF2B5EF4-FFF2-40B4-BE49-F238E27FC236}">
                <a16:creationId xmlns:a16="http://schemas.microsoft.com/office/drawing/2014/main" id="{AF5DF4B9-DA5C-3B46-BA60-39BCD4AB2992}"/>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10" name="Прямоугольник 109">
            <a:extLst>
              <a:ext uri="{FF2B5EF4-FFF2-40B4-BE49-F238E27FC236}">
                <a16:creationId xmlns:a16="http://schemas.microsoft.com/office/drawing/2014/main" id="{C65FD8C4-A7B6-9545-945E-47424E255D30}"/>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AAFD8516-83DB-FF4C-8AD7-0E54274ECD26}"/>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2" name="Рисунок 111">
            <a:extLst>
              <a:ext uri="{FF2B5EF4-FFF2-40B4-BE49-F238E27FC236}">
                <a16:creationId xmlns:a16="http://schemas.microsoft.com/office/drawing/2014/main" id="{EF42D8E7-1760-D94E-87DC-625A6E3B5889}"/>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3" name="Прямоугольник 112">
            <a:extLst>
              <a:ext uri="{FF2B5EF4-FFF2-40B4-BE49-F238E27FC236}">
                <a16:creationId xmlns:a16="http://schemas.microsoft.com/office/drawing/2014/main" id="{527A3BF6-FE6C-F34C-8724-863B35B459F9}"/>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B4A1EE02-C394-B149-BD71-D124B9FC27A2}"/>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6" name="Рисунок 115">
            <a:extLst>
              <a:ext uri="{FF2B5EF4-FFF2-40B4-BE49-F238E27FC236}">
                <a16:creationId xmlns:a16="http://schemas.microsoft.com/office/drawing/2014/main" id="{89EF3026-DCCE-6B43-A867-50213472160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7" name="Прямоугольник 116">
            <a:extLst>
              <a:ext uri="{FF2B5EF4-FFF2-40B4-BE49-F238E27FC236}">
                <a16:creationId xmlns:a16="http://schemas.microsoft.com/office/drawing/2014/main" id="{C521788E-9CDF-C94B-BC80-5736D1CA91E3}"/>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8" name="TextBox 117">
            <a:extLst>
              <a:ext uri="{FF2B5EF4-FFF2-40B4-BE49-F238E27FC236}">
                <a16:creationId xmlns:a16="http://schemas.microsoft.com/office/drawing/2014/main" id="{84258B79-D0F7-A24A-8A4A-52502D590BFA}"/>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9" name="Рисунок 118">
            <a:extLst>
              <a:ext uri="{FF2B5EF4-FFF2-40B4-BE49-F238E27FC236}">
                <a16:creationId xmlns:a16="http://schemas.microsoft.com/office/drawing/2014/main" id="{8C253F3C-90C4-1444-8AAD-B1A8DC31228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59" name="Прямоугольник 158">
            <a:extLst>
              <a:ext uri="{FF2B5EF4-FFF2-40B4-BE49-F238E27FC236}">
                <a16:creationId xmlns:a16="http://schemas.microsoft.com/office/drawing/2014/main" id="{548D4854-4171-1F41-8F6F-258A2DCB6E27}"/>
              </a:ext>
            </a:extLst>
          </p:cNvPr>
          <p:cNvSpPr/>
          <p:nvPr userDrawn="1"/>
        </p:nvSpPr>
        <p:spPr>
          <a:xfrm>
            <a:off x="0" y="972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5" name="TextBox 174">
            <a:extLst>
              <a:ext uri="{FF2B5EF4-FFF2-40B4-BE49-F238E27FC236}">
                <a16:creationId xmlns:a16="http://schemas.microsoft.com/office/drawing/2014/main" id="{E5BE9831-0B6C-E04C-97A5-D36F50959E20}"/>
              </a:ext>
            </a:extLst>
          </p:cNvPr>
          <p:cNvSpPr txBox="1"/>
          <p:nvPr userDrawn="1"/>
        </p:nvSpPr>
        <p:spPr>
          <a:xfrm>
            <a:off x="604489" y="1072584"/>
            <a:ext cx="1439290" cy="230832"/>
          </a:xfrm>
          <a:prstGeom prst="rect">
            <a:avLst/>
          </a:prstGeom>
          <a:noFill/>
        </p:spPr>
        <p:txBody>
          <a:bodyPr wrap="square" rtlCol="0" anchor="ctr">
            <a:spAutoFit/>
          </a:bodyPr>
          <a:lstStyle/>
          <a:p>
            <a:r>
              <a:rPr lang="ru-RU" sz="900" b="1" dirty="0">
                <a:solidFill>
                  <a:schemeClr val="bg1"/>
                </a:solidFill>
              </a:rPr>
              <a:t>Календарь событий</a:t>
            </a:r>
          </a:p>
        </p:txBody>
      </p:sp>
      <p:pic>
        <p:nvPicPr>
          <p:cNvPr id="176" name="Рисунок 175">
            <a:extLst>
              <a:ext uri="{FF2B5EF4-FFF2-40B4-BE49-F238E27FC236}">
                <a16:creationId xmlns:a16="http://schemas.microsoft.com/office/drawing/2014/main" id="{E673772C-EDB8-294A-8C21-8F8AC1C21C89}"/>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1044000"/>
            <a:ext cx="288000" cy="288000"/>
          </a:xfrm>
          <a:prstGeom prst="rect">
            <a:avLst/>
          </a:prstGeom>
        </p:spPr>
      </p:pic>
      <p:sp>
        <p:nvSpPr>
          <p:cNvPr id="53" name="Прямоугольник 52">
            <a:extLst>
              <a:ext uri="{FF2B5EF4-FFF2-40B4-BE49-F238E27FC236}">
                <a16:creationId xmlns:a16="http://schemas.microsoft.com/office/drawing/2014/main" id="{1B975F0A-56CC-514F-BE4D-9A634947AB32}"/>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4C8316A8-8131-6549-ABA6-F553F0A73886}"/>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3" name="Рисунок 2"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17642729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3_Приоритеты недели">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C7C0D7C3-CC59-3B49-ABC6-4F8464497852}"/>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46692CE3-CF99-6C4D-AF87-4EEE237AD060}"/>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E3D8E97D-D9AF-1B47-B901-3877729DACA8}"/>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FB99702D-BE99-3C48-82DF-F0156E50206C}"/>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780E29A5-9D79-834B-93D1-74EC3CE41E56}"/>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733B57FE-B444-084B-A8A8-48BF6BF3E11E}"/>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0D46261A-B3EA-824B-87A4-9883D3ABB52B}"/>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419E23B9-6290-744E-96C0-98100FB04ACD}"/>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847FD6FF-C589-EE48-BDB5-01C265C9059D}"/>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9C22DFD4-262F-064D-843A-C0550669B3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1BD48109-ED40-6044-B297-4A5709FA33E8}"/>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2ECBBF4D-D2BA-DE47-B942-752346F0F287}"/>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3CD0BAC3-0E12-0149-A0AF-FA1659F8582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E97D1CA2-FB55-BB44-A76A-C3520AE45D4E}"/>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0193CA87-C392-374F-BCDB-1D816A3CD514}"/>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4FC98A43-2BEE-674C-A26A-63BFC595D40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49C6E907-A248-4E41-8C5F-E3B7AB993B1B}"/>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2FB38145-B4F8-1947-841A-7489A4C072CB}"/>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A543066D-AD39-7F43-AB66-47779AF6D16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134917F6-DBDC-944A-9D78-7EAE0EA9A92A}"/>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FD7681A0-7D78-5845-A7D1-9A4FD7DF7377}"/>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ECA15904-8A47-3A46-8CF2-1636F18BEED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517ABE55-0EB2-B443-9C4F-356573931BC4}"/>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DC95BDB0-BCF3-254D-AF7B-59B854D81E30}"/>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2695740B-A6DF-CA41-8C3C-8D63BDF0A45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1117B474-9292-BF45-A978-B9DD25D5F048}"/>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B4E3AE74-7B37-354C-8992-1EAA3F66A57B}"/>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8DE1D619-ABB7-D140-B706-1A7901FE6C0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9B3A3999-4787-4045-96CD-37CF655B5D7B}"/>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AB970C35-9DF5-714B-96B9-8BD3FA7D41EE}"/>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3EA545D1-32E2-9642-80B9-4802AFC3189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241095CC-BB37-4140-AEDC-D7BA82E384E0}"/>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46952689-3042-8145-B6FD-FDEC427B8979}"/>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524C1871-396A-374E-980F-84FE3F7235D5}"/>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103" name="Прямоугольник 102">
            <a:extLst>
              <a:ext uri="{FF2B5EF4-FFF2-40B4-BE49-F238E27FC236}">
                <a16:creationId xmlns:a16="http://schemas.microsoft.com/office/drawing/2014/main" id="{0BF70237-463B-5D42-9019-E76CF12EDB65}"/>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TextBox 103">
            <a:extLst>
              <a:ext uri="{FF2B5EF4-FFF2-40B4-BE49-F238E27FC236}">
                <a16:creationId xmlns:a16="http://schemas.microsoft.com/office/drawing/2014/main" id="{94BA032B-6CE2-A447-AE92-58F24F3BBA99}"/>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5" name="Рисунок 104">
            <a:extLst>
              <a:ext uri="{FF2B5EF4-FFF2-40B4-BE49-F238E27FC236}">
                <a16:creationId xmlns:a16="http://schemas.microsoft.com/office/drawing/2014/main" id="{33253CB4-F2CF-AA47-A33F-F44B13D0F95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08" name="Прямоугольник 107">
            <a:extLst>
              <a:ext uri="{FF2B5EF4-FFF2-40B4-BE49-F238E27FC236}">
                <a16:creationId xmlns:a16="http://schemas.microsoft.com/office/drawing/2014/main" id="{3E521EA4-18CB-074D-8443-BD464BFFA23D}"/>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TextBox 108">
            <a:extLst>
              <a:ext uri="{FF2B5EF4-FFF2-40B4-BE49-F238E27FC236}">
                <a16:creationId xmlns:a16="http://schemas.microsoft.com/office/drawing/2014/main" id="{AAF62C9D-E3B9-4348-861C-E0B50BF537F3}"/>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0" name="Рисунок 109">
            <a:extLst>
              <a:ext uri="{FF2B5EF4-FFF2-40B4-BE49-F238E27FC236}">
                <a16:creationId xmlns:a16="http://schemas.microsoft.com/office/drawing/2014/main" id="{FE6EDD20-3194-204B-AFD6-9F2E770E2C5E}"/>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1" name="Прямоугольник 110">
            <a:extLst>
              <a:ext uri="{FF2B5EF4-FFF2-40B4-BE49-F238E27FC236}">
                <a16:creationId xmlns:a16="http://schemas.microsoft.com/office/drawing/2014/main" id="{735EF0D8-D28B-2F4B-8606-05C774033EFC}"/>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TextBox 111">
            <a:extLst>
              <a:ext uri="{FF2B5EF4-FFF2-40B4-BE49-F238E27FC236}">
                <a16:creationId xmlns:a16="http://schemas.microsoft.com/office/drawing/2014/main" id="{7D5C3F6F-C897-C741-8F9C-6A9CAA3BBAC1}"/>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3" name="Рисунок 112">
            <a:extLst>
              <a:ext uri="{FF2B5EF4-FFF2-40B4-BE49-F238E27FC236}">
                <a16:creationId xmlns:a16="http://schemas.microsoft.com/office/drawing/2014/main" id="{4233A461-53D4-CE41-B251-21CBD19D13A7}"/>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4" name="Прямоугольник 113">
            <a:extLst>
              <a:ext uri="{FF2B5EF4-FFF2-40B4-BE49-F238E27FC236}">
                <a16:creationId xmlns:a16="http://schemas.microsoft.com/office/drawing/2014/main" id="{7C62A594-4746-F645-9A18-50BA4C1CDD77}"/>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Box 115">
            <a:extLst>
              <a:ext uri="{FF2B5EF4-FFF2-40B4-BE49-F238E27FC236}">
                <a16:creationId xmlns:a16="http://schemas.microsoft.com/office/drawing/2014/main" id="{1766E0F2-0B94-D746-B79B-3FC4654A92CC}"/>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7" name="Рисунок 116">
            <a:extLst>
              <a:ext uri="{FF2B5EF4-FFF2-40B4-BE49-F238E27FC236}">
                <a16:creationId xmlns:a16="http://schemas.microsoft.com/office/drawing/2014/main" id="{A7D139B0-FFF9-1248-B19D-E55DD08B3ADA}"/>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80" name="Прямоугольник 179">
            <a:extLst>
              <a:ext uri="{FF2B5EF4-FFF2-40B4-BE49-F238E27FC236}">
                <a16:creationId xmlns:a16="http://schemas.microsoft.com/office/drawing/2014/main" id="{A615C458-A4CD-0E42-B2DD-12C2369304AC}"/>
              </a:ext>
            </a:extLst>
          </p:cNvPr>
          <p:cNvSpPr/>
          <p:nvPr userDrawn="1"/>
        </p:nvSpPr>
        <p:spPr>
          <a:xfrm>
            <a:off x="0" y="1404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1" name="TextBox 180">
            <a:extLst>
              <a:ext uri="{FF2B5EF4-FFF2-40B4-BE49-F238E27FC236}">
                <a16:creationId xmlns:a16="http://schemas.microsoft.com/office/drawing/2014/main" id="{EDCBED69-FADA-404F-9F68-7556C2E9EB70}"/>
              </a:ext>
            </a:extLst>
          </p:cNvPr>
          <p:cNvSpPr txBox="1"/>
          <p:nvPr userDrawn="1"/>
        </p:nvSpPr>
        <p:spPr>
          <a:xfrm>
            <a:off x="604489" y="1504584"/>
            <a:ext cx="1439290" cy="230832"/>
          </a:xfrm>
          <a:prstGeom prst="rect">
            <a:avLst/>
          </a:prstGeom>
          <a:noFill/>
        </p:spPr>
        <p:txBody>
          <a:bodyPr wrap="square" rtlCol="0" anchor="ctr">
            <a:spAutoFit/>
          </a:bodyPr>
          <a:lstStyle/>
          <a:p>
            <a:r>
              <a:rPr lang="ru-RU" sz="900" b="1" dirty="0">
                <a:solidFill>
                  <a:schemeClr val="bg1"/>
                </a:solidFill>
              </a:rPr>
              <a:t>Приоритеты недели</a:t>
            </a:r>
          </a:p>
        </p:txBody>
      </p:sp>
      <p:pic>
        <p:nvPicPr>
          <p:cNvPr id="182" name="Рисунок 181">
            <a:extLst>
              <a:ext uri="{FF2B5EF4-FFF2-40B4-BE49-F238E27FC236}">
                <a16:creationId xmlns:a16="http://schemas.microsoft.com/office/drawing/2014/main" id="{B8010064-2EC8-8C4A-BFA6-5D1749681A81}"/>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1476000"/>
            <a:ext cx="288000" cy="288000"/>
          </a:xfrm>
          <a:prstGeom prst="rect">
            <a:avLst/>
          </a:prstGeom>
        </p:spPr>
      </p:pic>
      <p:sp>
        <p:nvSpPr>
          <p:cNvPr id="53" name="Прямоугольник 52">
            <a:extLst>
              <a:ext uri="{FF2B5EF4-FFF2-40B4-BE49-F238E27FC236}">
                <a16:creationId xmlns:a16="http://schemas.microsoft.com/office/drawing/2014/main" id="{338763F2-7232-9949-8015-2EA3D3DF23EE}"/>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7C1A55B1-14CA-224B-AFA8-F5B7395D9FD7}"/>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3" name="Рисунок 2"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17770145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Портфельный риск-менеджмент">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73E1E39B-1814-8147-9752-F1FE09CD76A2}"/>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59A6F886-2BEF-B44B-A03F-A462C1C5D914}"/>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F0D8B3B3-4D60-EC43-97F3-28037DE4CEBE}"/>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FE571792-41BE-044E-A382-58BF11315746}"/>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9501F2AD-2F64-C348-AC4D-361CA45A4F9A}"/>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954685BD-9540-3049-87BB-AB628EE6C699}"/>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0B8DA9FC-8867-C64D-B28B-688F516DE887}"/>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39075473-F00A-FF42-B0C0-45862F7097D9}"/>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6BF8BFF8-9986-BE4C-A231-D8A3CA679EF2}"/>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D1C033A7-8A30-704B-A65F-A568397268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6869E661-3207-6F43-A317-C35107195BF0}"/>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185D85F9-4991-4D45-9BEF-35AF3B113B01}"/>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F711F24C-721B-6E4E-8017-877B24D3F82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04D1E3E9-74AB-6A49-8069-38515D5FCFE1}"/>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7610C761-9C2A-C14F-8C1E-2C2EC9CCB27A}"/>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F1C418CF-E54B-894E-9364-5EAF041BE06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4" name="Прямоугольник 73">
            <a:extLst>
              <a:ext uri="{FF2B5EF4-FFF2-40B4-BE49-F238E27FC236}">
                <a16:creationId xmlns:a16="http://schemas.microsoft.com/office/drawing/2014/main" id="{A47472AD-F631-0144-8534-5C2830DACDA9}"/>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A0CA46DF-2246-3145-962D-2628F60DA537}"/>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5E078F42-0017-8B45-BCC0-DD8E369F881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36E9A61B-B187-A14D-A693-78F7E2EB394D}"/>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B9D67A45-79CC-D749-9964-C4D551F6B394}"/>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30C183C9-FAE9-F34A-B80C-8818DA5C9EF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9DD89A2C-3F8A-7D4F-825F-8C578F62AD92}"/>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620E374E-CBBE-1846-8AA7-498BF4F52ED1}"/>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92838A78-C6F2-4D4D-8400-2E19C0A26E3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1D9C07CD-2B19-1B4D-BFFA-0B10AE0E72F7}"/>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D2BFBB58-C2B2-5D46-84C0-028DFBFA9B2E}"/>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71D26728-1112-9449-81D9-BBFD8D69B13B}"/>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19D60F62-6CF6-B546-9629-9F4F733156BF}"/>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70D6A0F0-7206-3E4A-86D5-BD616B54C5FD}"/>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E6DA6343-0DC7-5D4A-AB7F-1C518D92623C}"/>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39225957-E776-AC42-A99C-708454306C05}"/>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Box 100">
            <a:extLst>
              <a:ext uri="{FF2B5EF4-FFF2-40B4-BE49-F238E27FC236}">
                <a16:creationId xmlns:a16="http://schemas.microsoft.com/office/drawing/2014/main" id="{81D014D7-04E5-E445-96B3-09DD9D2E7EFD}"/>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2" name="Рисунок 101">
            <a:extLst>
              <a:ext uri="{FF2B5EF4-FFF2-40B4-BE49-F238E27FC236}">
                <a16:creationId xmlns:a16="http://schemas.microsoft.com/office/drawing/2014/main" id="{8B5AD4A3-1F8B-AE4B-A31B-5A8C1EE8830C}"/>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3" name="Прямоугольник 102">
            <a:extLst>
              <a:ext uri="{FF2B5EF4-FFF2-40B4-BE49-F238E27FC236}">
                <a16:creationId xmlns:a16="http://schemas.microsoft.com/office/drawing/2014/main" id="{DFB000EB-6D46-AF4F-9536-1A21846F805C}"/>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TextBox 103">
            <a:extLst>
              <a:ext uri="{FF2B5EF4-FFF2-40B4-BE49-F238E27FC236}">
                <a16:creationId xmlns:a16="http://schemas.microsoft.com/office/drawing/2014/main" id="{515A4E5F-AF81-E84C-8E74-EF8FFBFB1660}"/>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5" name="Рисунок 104">
            <a:extLst>
              <a:ext uri="{FF2B5EF4-FFF2-40B4-BE49-F238E27FC236}">
                <a16:creationId xmlns:a16="http://schemas.microsoft.com/office/drawing/2014/main" id="{57D5B978-0ED8-3748-994A-D1F7369AF9F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08" name="Прямоугольник 107">
            <a:extLst>
              <a:ext uri="{FF2B5EF4-FFF2-40B4-BE49-F238E27FC236}">
                <a16:creationId xmlns:a16="http://schemas.microsoft.com/office/drawing/2014/main" id="{00983BB8-1A88-084D-9589-21D03DC769EE}"/>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TextBox 108">
            <a:extLst>
              <a:ext uri="{FF2B5EF4-FFF2-40B4-BE49-F238E27FC236}">
                <a16:creationId xmlns:a16="http://schemas.microsoft.com/office/drawing/2014/main" id="{A41A5CB8-70EF-694C-A175-E5B1A81D4E11}"/>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0" name="Рисунок 109">
            <a:extLst>
              <a:ext uri="{FF2B5EF4-FFF2-40B4-BE49-F238E27FC236}">
                <a16:creationId xmlns:a16="http://schemas.microsoft.com/office/drawing/2014/main" id="{FA3ADB7C-35FF-B94B-95AD-BEE6D409E2A3}"/>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2" name="Прямоугольник 111">
            <a:extLst>
              <a:ext uri="{FF2B5EF4-FFF2-40B4-BE49-F238E27FC236}">
                <a16:creationId xmlns:a16="http://schemas.microsoft.com/office/drawing/2014/main" id="{97E4D32C-767C-DB4E-8167-0DF2BCD81FDF}"/>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TextBox 112">
            <a:extLst>
              <a:ext uri="{FF2B5EF4-FFF2-40B4-BE49-F238E27FC236}">
                <a16:creationId xmlns:a16="http://schemas.microsoft.com/office/drawing/2014/main" id="{5A099F52-94B5-E64D-AAB9-50E0A6CA01EE}"/>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4" name="Рисунок 113">
            <a:extLst>
              <a:ext uri="{FF2B5EF4-FFF2-40B4-BE49-F238E27FC236}">
                <a16:creationId xmlns:a16="http://schemas.microsoft.com/office/drawing/2014/main" id="{46F635AD-D716-8C48-9D78-83E26C165F1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5" name="Прямоугольник 114">
            <a:extLst>
              <a:ext uri="{FF2B5EF4-FFF2-40B4-BE49-F238E27FC236}">
                <a16:creationId xmlns:a16="http://schemas.microsoft.com/office/drawing/2014/main" id="{D7434F03-FCED-0949-8985-C24ACEDB9C69}"/>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Box 115">
            <a:extLst>
              <a:ext uri="{FF2B5EF4-FFF2-40B4-BE49-F238E27FC236}">
                <a16:creationId xmlns:a16="http://schemas.microsoft.com/office/drawing/2014/main" id="{1FB97586-DF4B-A646-B2FE-30050AC45513}"/>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7" name="Рисунок 116">
            <a:extLst>
              <a:ext uri="{FF2B5EF4-FFF2-40B4-BE49-F238E27FC236}">
                <a16:creationId xmlns:a16="http://schemas.microsoft.com/office/drawing/2014/main" id="{540A3E7E-4857-3248-9BF6-397BC210D6D7}"/>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28" name="Прямоугольник 127">
            <a:extLst>
              <a:ext uri="{FF2B5EF4-FFF2-40B4-BE49-F238E27FC236}">
                <a16:creationId xmlns:a16="http://schemas.microsoft.com/office/drawing/2014/main" id="{9B2F3EEE-F99F-5041-B9CA-29B70B786862}"/>
              </a:ext>
            </a:extLst>
          </p:cNvPr>
          <p:cNvSpPr/>
          <p:nvPr userDrawn="1"/>
        </p:nvSpPr>
        <p:spPr>
          <a:xfrm>
            <a:off x="0" y="1836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9" name="TextBox 128">
            <a:extLst>
              <a:ext uri="{FF2B5EF4-FFF2-40B4-BE49-F238E27FC236}">
                <a16:creationId xmlns:a16="http://schemas.microsoft.com/office/drawing/2014/main" id="{82411F23-258C-AC49-9F1B-12CA96E37D44}"/>
              </a:ext>
            </a:extLst>
          </p:cNvPr>
          <p:cNvSpPr txBox="1"/>
          <p:nvPr userDrawn="1"/>
        </p:nvSpPr>
        <p:spPr>
          <a:xfrm>
            <a:off x="604489" y="1867334"/>
            <a:ext cx="1439290" cy="369332"/>
          </a:xfrm>
          <a:prstGeom prst="rect">
            <a:avLst/>
          </a:prstGeom>
          <a:noFill/>
        </p:spPr>
        <p:txBody>
          <a:bodyPr wrap="square" rtlCol="0" anchor="ctr">
            <a:spAutoFit/>
          </a:bodyPr>
          <a:lstStyle/>
          <a:p>
            <a:r>
              <a:rPr lang="ru-RU" sz="900" b="1" dirty="0">
                <a:solidFill>
                  <a:schemeClr val="bg1"/>
                </a:solidFill>
              </a:rPr>
              <a:t>Портфельный риск-менеджмент</a:t>
            </a:r>
          </a:p>
        </p:txBody>
      </p:sp>
      <p:pic>
        <p:nvPicPr>
          <p:cNvPr id="130" name="Рисунок 129">
            <a:extLst>
              <a:ext uri="{FF2B5EF4-FFF2-40B4-BE49-F238E27FC236}">
                <a16:creationId xmlns:a16="http://schemas.microsoft.com/office/drawing/2014/main" id="{0F7A0598-4D09-C449-AB3C-83E51EDA7823}"/>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171523" y="1908000"/>
            <a:ext cx="288000" cy="288000"/>
          </a:xfrm>
          <a:prstGeom prst="rect">
            <a:avLst/>
          </a:prstGeom>
        </p:spPr>
      </p:pic>
      <p:sp>
        <p:nvSpPr>
          <p:cNvPr id="53" name="Прямоугольник 52">
            <a:extLst>
              <a:ext uri="{FF2B5EF4-FFF2-40B4-BE49-F238E27FC236}">
                <a16:creationId xmlns:a16="http://schemas.microsoft.com/office/drawing/2014/main" id="{DFCB072C-B873-F54E-9C99-0E5D7FA1CEFA}"/>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2A5EE6B1-40FB-424E-A773-1078BBF93B87}"/>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34958008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5_Страновой, залоги, групповая методология">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3807C4EF-6726-D84F-B42D-20B02D62A823}"/>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3A9C5A4E-FDDF-2147-84D1-B4F34142A8A5}"/>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63ED4D20-E30A-2C47-83A6-1D299E95BD30}"/>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A5889E63-13E4-8740-BA96-1233984F0218}"/>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8E531D1F-D312-4942-9B08-86823E3BABAC}"/>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530FF116-3347-B847-BAE1-E870BC16F47D}"/>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6ADCA98F-A92D-C041-9768-7175B0664835}"/>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A9B76353-335B-644C-B349-BDD784081C35}"/>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C82875D3-4536-8F4D-AFA6-3E75FF2BC326}"/>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CC157F77-3FDE-8C46-81D9-1C85BB2847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C2EAB52D-FA92-2146-AACC-F4178B8044B1}"/>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9C755012-9877-5D46-BFC9-E37D6AB777FB}"/>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757E7F78-AD10-8942-870D-EAF936469CF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71" name="Прямоугольник 70">
            <a:extLst>
              <a:ext uri="{FF2B5EF4-FFF2-40B4-BE49-F238E27FC236}">
                <a16:creationId xmlns:a16="http://schemas.microsoft.com/office/drawing/2014/main" id="{7CC65114-C1C7-4C49-A9DE-BA11BDEFC3FC}"/>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EA1167BA-5B39-5F44-95BA-DB2F16484651}"/>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E839270E-D05B-0B4C-B4DA-B51E730F282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CB4499D8-9F0C-924A-9BBB-F8C7E10879E0}"/>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86D06AB7-7B0F-6140-857E-6AE1F2B6E266}"/>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125AC044-542C-344B-9C4E-D6B2D3BAF31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B07AE368-14DA-F648-B727-E7336B987ADA}"/>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AB90E303-582F-DF4A-AA51-E086249454D0}"/>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5C239B0E-82F7-5B4F-A96A-95B7931825E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F7447F37-EC02-6C41-A7F8-E6B1324ED5CE}"/>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75A561D9-FDE5-C342-B3D4-0CF005DE0379}"/>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55994C36-45D8-8C48-B4B7-C7E711AEDC5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FCAC4E3E-C51B-9245-8A53-CCD3C1691991}"/>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356C6830-9754-844E-8DA9-75EA162BD3A2}"/>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7064EC08-0EFB-394B-845A-CDD2CE56FF01}"/>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7D3E9C06-31F6-FE49-88A2-1CDF04F8CFBC}"/>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E4E495A5-6C72-9343-94F7-5FD4F82C82E9}"/>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FEFF2823-1084-1846-9142-D3F96F571D47}"/>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2B3321CC-62E2-0A48-9221-EEFCF7FC8904}"/>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Box 100">
            <a:extLst>
              <a:ext uri="{FF2B5EF4-FFF2-40B4-BE49-F238E27FC236}">
                <a16:creationId xmlns:a16="http://schemas.microsoft.com/office/drawing/2014/main" id="{1EBD213D-AAFE-D44B-9ADC-DDB97BC46C19}"/>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2" name="Рисунок 101">
            <a:extLst>
              <a:ext uri="{FF2B5EF4-FFF2-40B4-BE49-F238E27FC236}">
                <a16:creationId xmlns:a16="http://schemas.microsoft.com/office/drawing/2014/main" id="{2FC68E0D-843D-9F45-8B53-AA7A58FBEDA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3" name="Прямоугольник 102">
            <a:extLst>
              <a:ext uri="{FF2B5EF4-FFF2-40B4-BE49-F238E27FC236}">
                <a16:creationId xmlns:a16="http://schemas.microsoft.com/office/drawing/2014/main" id="{D58D3FED-EEFA-8B4B-AA83-918E1E6EACCD}"/>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TextBox 103">
            <a:extLst>
              <a:ext uri="{FF2B5EF4-FFF2-40B4-BE49-F238E27FC236}">
                <a16:creationId xmlns:a16="http://schemas.microsoft.com/office/drawing/2014/main" id="{422B1D2E-ED14-2B44-916C-5F934303C462}"/>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5" name="Рисунок 104">
            <a:extLst>
              <a:ext uri="{FF2B5EF4-FFF2-40B4-BE49-F238E27FC236}">
                <a16:creationId xmlns:a16="http://schemas.microsoft.com/office/drawing/2014/main" id="{240DCBE2-7E1E-C94F-A6EB-D565A6B99F8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08" name="Прямоугольник 107">
            <a:extLst>
              <a:ext uri="{FF2B5EF4-FFF2-40B4-BE49-F238E27FC236}">
                <a16:creationId xmlns:a16="http://schemas.microsoft.com/office/drawing/2014/main" id="{0F961D5C-3510-1448-A5D3-F54FADA3B83C}"/>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TextBox 108">
            <a:extLst>
              <a:ext uri="{FF2B5EF4-FFF2-40B4-BE49-F238E27FC236}">
                <a16:creationId xmlns:a16="http://schemas.microsoft.com/office/drawing/2014/main" id="{EF5AE1FC-8862-4742-B5A7-B2CA5D6FE50A}"/>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0" name="Рисунок 109">
            <a:extLst>
              <a:ext uri="{FF2B5EF4-FFF2-40B4-BE49-F238E27FC236}">
                <a16:creationId xmlns:a16="http://schemas.microsoft.com/office/drawing/2014/main" id="{DD377A89-5905-3E4F-AA0C-51235F051B55}"/>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1" name="Прямоугольник 110">
            <a:extLst>
              <a:ext uri="{FF2B5EF4-FFF2-40B4-BE49-F238E27FC236}">
                <a16:creationId xmlns:a16="http://schemas.microsoft.com/office/drawing/2014/main" id="{28E62A3A-B582-FE4A-B332-B0C1E0B35A94}"/>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TextBox 112">
            <a:extLst>
              <a:ext uri="{FF2B5EF4-FFF2-40B4-BE49-F238E27FC236}">
                <a16:creationId xmlns:a16="http://schemas.microsoft.com/office/drawing/2014/main" id="{26E88F79-85E0-684C-9A93-C876630E907D}"/>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4" name="Рисунок 113">
            <a:extLst>
              <a:ext uri="{FF2B5EF4-FFF2-40B4-BE49-F238E27FC236}">
                <a16:creationId xmlns:a16="http://schemas.microsoft.com/office/drawing/2014/main" id="{1B3ACC01-0544-5B4E-A9F7-462F2A48C60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5" name="Прямоугольник 114">
            <a:extLst>
              <a:ext uri="{FF2B5EF4-FFF2-40B4-BE49-F238E27FC236}">
                <a16:creationId xmlns:a16="http://schemas.microsoft.com/office/drawing/2014/main" id="{C16F8D47-98CC-F847-ABE4-52F5440AC7CD}"/>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Box 115">
            <a:extLst>
              <a:ext uri="{FF2B5EF4-FFF2-40B4-BE49-F238E27FC236}">
                <a16:creationId xmlns:a16="http://schemas.microsoft.com/office/drawing/2014/main" id="{91DDF903-073D-8F4F-AAA4-0B28F740CABC}"/>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7" name="Рисунок 116">
            <a:extLst>
              <a:ext uri="{FF2B5EF4-FFF2-40B4-BE49-F238E27FC236}">
                <a16:creationId xmlns:a16="http://schemas.microsoft.com/office/drawing/2014/main" id="{BABDBF7D-1605-AE40-AA7B-D1EFDC6C28B7}"/>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25" name="Прямоугольник 124">
            <a:extLst>
              <a:ext uri="{FF2B5EF4-FFF2-40B4-BE49-F238E27FC236}">
                <a16:creationId xmlns:a16="http://schemas.microsoft.com/office/drawing/2014/main" id="{E8BEAED8-BCD2-EC4C-AD15-EB2C0CDC3E41}"/>
              </a:ext>
            </a:extLst>
          </p:cNvPr>
          <p:cNvSpPr/>
          <p:nvPr userDrawn="1"/>
        </p:nvSpPr>
        <p:spPr>
          <a:xfrm>
            <a:off x="0" y="2268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6" name="TextBox 125">
            <a:extLst>
              <a:ext uri="{FF2B5EF4-FFF2-40B4-BE49-F238E27FC236}">
                <a16:creationId xmlns:a16="http://schemas.microsoft.com/office/drawing/2014/main" id="{30D5BC70-966F-DF44-8B84-F7CE302A04AA}"/>
              </a:ext>
            </a:extLst>
          </p:cNvPr>
          <p:cNvSpPr txBox="1"/>
          <p:nvPr userDrawn="1"/>
        </p:nvSpPr>
        <p:spPr>
          <a:xfrm>
            <a:off x="604489" y="2299334"/>
            <a:ext cx="1439290" cy="369332"/>
          </a:xfrm>
          <a:prstGeom prst="rect">
            <a:avLst/>
          </a:prstGeom>
          <a:noFill/>
        </p:spPr>
        <p:txBody>
          <a:bodyPr wrap="square" rtlCol="0" anchor="ctr">
            <a:spAutoFit/>
          </a:bodyPr>
          <a:lstStyle/>
          <a:p>
            <a:r>
              <a:rPr lang="ru-RU" sz="900" b="1" dirty="0" err="1">
                <a:solidFill>
                  <a:schemeClr val="bg1"/>
                </a:solidFill>
              </a:rPr>
              <a:t>Страновой</a:t>
            </a:r>
            <a:r>
              <a:rPr lang="ru-RU" sz="900" b="1" dirty="0">
                <a:solidFill>
                  <a:schemeClr val="bg1"/>
                </a:solidFill>
              </a:rPr>
              <a:t> риск, залоги, групповая методология</a:t>
            </a:r>
          </a:p>
        </p:txBody>
      </p:sp>
      <p:pic>
        <p:nvPicPr>
          <p:cNvPr id="127" name="Рисунок 126">
            <a:extLst>
              <a:ext uri="{FF2B5EF4-FFF2-40B4-BE49-F238E27FC236}">
                <a16:creationId xmlns:a16="http://schemas.microsoft.com/office/drawing/2014/main" id="{A836928C-161D-3547-B2CC-1413B4340F23}"/>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171523" y="2340000"/>
            <a:ext cx="288000" cy="288000"/>
          </a:xfrm>
          <a:prstGeom prst="rect">
            <a:avLst/>
          </a:prstGeom>
        </p:spPr>
      </p:pic>
      <p:sp>
        <p:nvSpPr>
          <p:cNvPr id="53" name="Прямоугольник 52">
            <a:extLst>
              <a:ext uri="{FF2B5EF4-FFF2-40B4-BE49-F238E27FC236}">
                <a16:creationId xmlns:a16="http://schemas.microsoft.com/office/drawing/2014/main" id="{9A9F3B59-68A4-544B-BF50-9B53FF713F2A}"/>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145BFD92-0CCC-2548-B93F-9662405F6A16}"/>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38194644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6_RDG">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C31705CD-5D0D-7A4C-AB46-2243AE0560DC}"/>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04ECA7A3-B03F-5941-9662-A1CFDEAF9B58}"/>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D471E5CA-35F9-EA46-9D8E-E098CBA0CB16}"/>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BE15C263-324D-2D4F-803D-7D09AE541695}"/>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8CA8CEA2-B50B-E74F-9F40-EDFC0D3A035A}"/>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AF9C2CDA-09E4-8644-9F9C-8B1B1BD47C91}"/>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8778F962-DBBE-FE4E-BF2B-755875EA8262}"/>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91DC37E6-EE61-B34B-B3EA-4BA8EF0F8F69}"/>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476D5459-A01B-7B43-8DF4-C23D8A497ED8}"/>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90757B9F-EA84-A14B-9EE1-80D7F3A8064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8" name="Прямоугольник 67">
            <a:extLst>
              <a:ext uri="{FF2B5EF4-FFF2-40B4-BE49-F238E27FC236}">
                <a16:creationId xmlns:a16="http://schemas.microsoft.com/office/drawing/2014/main" id="{D3F20275-0E71-664A-A6FC-2FB58EB17711}"/>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DF998A21-899E-A943-BE5D-96CED6B1FD1A}"/>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3932A2EB-D54F-D941-8E12-3035CA74FE37}"/>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8B8D5288-4388-194A-8BD5-24B1B2CDFC5C}"/>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77AB0A61-548F-9A4D-B91C-BE34EF7EAEE7}"/>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DEA178B8-F46E-E745-B636-957DA4E989C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9575B87F-5B79-FB46-AD18-DD367AB77632}"/>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25337AFB-204B-D149-87F4-53C5DBD90A51}"/>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12275692-C073-5040-B2CA-4EA5287ED72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053A7ECE-DEDE-BF4F-AA8D-E64B10F0F126}"/>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B68D1F76-7C68-3E4C-81F5-FD85BD0893F9}"/>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53F45673-C16A-C645-8938-C10E36A6B4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3CB9BB49-388F-5A4D-AFB4-1BA6CB11CD3F}"/>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ED72030C-7730-264E-8EDB-CDBB4776AF20}"/>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A6559E0E-D093-2740-97D2-914A9CF924F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7429F954-5476-1F49-B2F4-7B63C9AE080A}"/>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4E933976-FA65-0F4F-92E4-F0180A0A9DA7}"/>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1FB117D1-659B-4645-B7C3-4A9B825ADBC2}"/>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3E7A7033-207E-CA48-BD71-4BE6CEF1B4C9}"/>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FF6487A2-2972-E847-BE73-050BC5BAFC58}"/>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C358E523-0036-064C-8EC5-9AB4437B7CF2}"/>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F50D433A-4477-AD44-B60A-088010CD1F3A}"/>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Box 100">
            <a:extLst>
              <a:ext uri="{FF2B5EF4-FFF2-40B4-BE49-F238E27FC236}">
                <a16:creationId xmlns:a16="http://schemas.microsoft.com/office/drawing/2014/main" id="{52EE9C38-33B1-FF48-83E0-64B88E5C9E39}"/>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2" name="Рисунок 101">
            <a:extLst>
              <a:ext uri="{FF2B5EF4-FFF2-40B4-BE49-F238E27FC236}">
                <a16:creationId xmlns:a16="http://schemas.microsoft.com/office/drawing/2014/main" id="{1B8CCF4D-5DF3-834C-89AB-786C4A53AB2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3" name="Прямоугольник 102">
            <a:extLst>
              <a:ext uri="{FF2B5EF4-FFF2-40B4-BE49-F238E27FC236}">
                <a16:creationId xmlns:a16="http://schemas.microsoft.com/office/drawing/2014/main" id="{0CDDA1D0-D26D-B14E-BFD8-B59FCAF6FC62}"/>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TextBox 103">
            <a:extLst>
              <a:ext uri="{FF2B5EF4-FFF2-40B4-BE49-F238E27FC236}">
                <a16:creationId xmlns:a16="http://schemas.microsoft.com/office/drawing/2014/main" id="{9637DAA0-9116-2744-96BD-75117EF24823}"/>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5" name="Рисунок 104">
            <a:extLst>
              <a:ext uri="{FF2B5EF4-FFF2-40B4-BE49-F238E27FC236}">
                <a16:creationId xmlns:a16="http://schemas.microsoft.com/office/drawing/2014/main" id="{A8C6FCB2-989A-E04F-BBAB-79EA81343666}"/>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08" name="Прямоугольник 107">
            <a:extLst>
              <a:ext uri="{FF2B5EF4-FFF2-40B4-BE49-F238E27FC236}">
                <a16:creationId xmlns:a16="http://schemas.microsoft.com/office/drawing/2014/main" id="{6031055C-5649-9448-9F7F-A20EE252D107}"/>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TextBox 108">
            <a:extLst>
              <a:ext uri="{FF2B5EF4-FFF2-40B4-BE49-F238E27FC236}">
                <a16:creationId xmlns:a16="http://schemas.microsoft.com/office/drawing/2014/main" id="{C00EEA30-24AD-2441-B5DA-394AABBD799A}"/>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0" name="Рисунок 109">
            <a:extLst>
              <a:ext uri="{FF2B5EF4-FFF2-40B4-BE49-F238E27FC236}">
                <a16:creationId xmlns:a16="http://schemas.microsoft.com/office/drawing/2014/main" id="{27CFFECB-4B79-5046-A5DC-C628D4B5C87D}"/>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1" name="Прямоугольник 110">
            <a:extLst>
              <a:ext uri="{FF2B5EF4-FFF2-40B4-BE49-F238E27FC236}">
                <a16:creationId xmlns:a16="http://schemas.microsoft.com/office/drawing/2014/main" id="{7A4B72CD-BDC3-704B-9979-895C86EC8121}"/>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TextBox 111">
            <a:extLst>
              <a:ext uri="{FF2B5EF4-FFF2-40B4-BE49-F238E27FC236}">
                <a16:creationId xmlns:a16="http://schemas.microsoft.com/office/drawing/2014/main" id="{DD4E8B20-6FCD-E84A-B608-F434E5959C6C}"/>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3" name="Рисунок 112">
            <a:extLst>
              <a:ext uri="{FF2B5EF4-FFF2-40B4-BE49-F238E27FC236}">
                <a16:creationId xmlns:a16="http://schemas.microsoft.com/office/drawing/2014/main" id="{B8918800-96B1-294E-8BBC-078DF784A6A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5" name="Прямоугольник 114">
            <a:extLst>
              <a:ext uri="{FF2B5EF4-FFF2-40B4-BE49-F238E27FC236}">
                <a16:creationId xmlns:a16="http://schemas.microsoft.com/office/drawing/2014/main" id="{2178BD51-1247-8548-810F-034F5A0AE993}"/>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Box 115">
            <a:extLst>
              <a:ext uri="{FF2B5EF4-FFF2-40B4-BE49-F238E27FC236}">
                <a16:creationId xmlns:a16="http://schemas.microsoft.com/office/drawing/2014/main" id="{4EEC7D48-6B50-834B-B973-9A917AD49181}"/>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7" name="Рисунок 116">
            <a:extLst>
              <a:ext uri="{FF2B5EF4-FFF2-40B4-BE49-F238E27FC236}">
                <a16:creationId xmlns:a16="http://schemas.microsoft.com/office/drawing/2014/main" id="{0DB427EC-AAF6-A74D-8E23-02197E5F369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21" name="Прямоугольник 120">
            <a:extLst>
              <a:ext uri="{FF2B5EF4-FFF2-40B4-BE49-F238E27FC236}">
                <a16:creationId xmlns:a16="http://schemas.microsoft.com/office/drawing/2014/main" id="{76B9DF58-897B-9746-8239-36E5B9079C4A}"/>
              </a:ext>
            </a:extLst>
          </p:cNvPr>
          <p:cNvSpPr/>
          <p:nvPr userDrawn="1"/>
        </p:nvSpPr>
        <p:spPr>
          <a:xfrm>
            <a:off x="0" y="2700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2" name="TextBox 121">
            <a:extLst>
              <a:ext uri="{FF2B5EF4-FFF2-40B4-BE49-F238E27FC236}">
                <a16:creationId xmlns:a16="http://schemas.microsoft.com/office/drawing/2014/main" id="{86312993-8EBF-4049-9E9B-1367AC493F3E}"/>
              </a:ext>
            </a:extLst>
          </p:cNvPr>
          <p:cNvSpPr txBox="1"/>
          <p:nvPr userDrawn="1"/>
        </p:nvSpPr>
        <p:spPr>
          <a:xfrm>
            <a:off x="604489" y="2800584"/>
            <a:ext cx="1439290" cy="230832"/>
          </a:xfrm>
          <a:prstGeom prst="rect">
            <a:avLst/>
          </a:prstGeom>
          <a:noFill/>
        </p:spPr>
        <p:txBody>
          <a:bodyPr wrap="square" rtlCol="0" anchor="ctr">
            <a:spAutoFit/>
          </a:bodyPr>
          <a:lstStyle/>
          <a:p>
            <a:r>
              <a:rPr lang="en-US" sz="900" b="1" dirty="0">
                <a:solidFill>
                  <a:schemeClr val="bg1"/>
                </a:solidFill>
              </a:rPr>
              <a:t>Risk Data Governance</a:t>
            </a:r>
            <a:endParaRPr lang="ru-RU" sz="900" b="1" dirty="0">
              <a:solidFill>
                <a:schemeClr val="bg1"/>
              </a:solidFill>
            </a:endParaRPr>
          </a:p>
        </p:txBody>
      </p:sp>
      <p:pic>
        <p:nvPicPr>
          <p:cNvPr id="124" name="Рисунок 123">
            <a:extLst>
              <a:ext uri="{FF2B5EF4-FFF2-40B4-BE49-F238E27FC236}">
                <a16:creationId xmlns:a16="http://schemas.microsoft.com/office/drawing/2014/main" id="{3EDFE196-BDED-3141-9409-E027BA1D8876}"/>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2772000"/>
            <a:ext cx="288000" cy="288000"/>
          </a:xfrm>
          <a:prstGeom prst="rect">
            <a:avLst/>
          </a:prstGeom>
        </p:spPr>
      </p:pic>
      <p:sp>
        <p:nvSpPr>
          <p:cNvPr id="53" name="Прямоугольник 52">
            <a:extLst>
              <a:ext uri="{FF2B5EF4-FFF2-40B4-BE49-F238E27FC236}">
                <a16:creationId xmlns:a16="http://schemas.microsoft.com/office/drawing/2014/main" id="{4021FC77-B251-3E42-BA6C-F1994A1FB0A5}"/>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2CD09D0B-D2C5-2641-8FEE-56732EEF3148}"/>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14" name="Рисунок 13" descr="http://C19E03B9ACCBFA56DC6DEDE59F81EABF.dms.sberbank.ru/C19E03B9ACCBFA56DC6DEDE59F81EABF-C84D87D17A171F6D15A801A76AF179A3-ABD1954582B367FE0B5E580EEE7824CD/1.png"/>
          <p:cNvPicPr>
            <a:picLocks/>
          </p:cNvPicPr>
          <p:nvPr userDrawn="1"/>
        </p:nvPicPr>
        <p:blipFill>
          <a:blip r:link="rId17"/>
          <a:stretch>
            <a:fillRect/>
          </a:stretch>
        </p:blipFill>
        <p:spPr>
          <a:xfrm>
            <a:off x="0" y="0"/>
            <a:ext cx="1588" cy="1588"/>
          </a:xfrm>
          <a:prstGeom prst="rect">
            <a:avLst/>
          </a:prstGeom>
        </p:spPr>
      </p:pic>
      <p:pic>
        <p:nvPicPr>
          <p:cNvPr id="15" name="Рисунок 14" descr="http://C19E03B9ACCBFA56DC6DEDE59F81EABF.dms.sberbank.ru/C19E03B9ACCBFA56DC6DEDE59F81EABF-C84D87D17A171F6D15A801A76AF179A3-ABD1954582B367FE0B5E580EEE7824CD/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36356066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7_RMG">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399BA92D-4ABE-4E4A-BB8B-D824CF0755F8}"/>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C2534959-7665-9549-891B-D8754FD4A5F3}"/>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35848C8C-DAE5-E94B-B0F3-CEA4D805FCD8}"/>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897D154F-1AEE-834D-B0A2-248344F7C9C2}"/>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328A1084-B5D7-9B4D-B50A-E6B3A731960A}"/>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539FB6A1-7179-FE4F-B74B-774E3649A8CD}"/>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EA81CB6B-DE7C-1041-8C60-F4AC01D1495B}"/>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5" name="Прямоугольник 64">
            <a:extLst>
              <a:ext uri="{FF2B5EF4-FFF2-40B4-BE49-F238E27FC236}">
                <a16:creationId xmlns:a16="http://schemas.microsoft.com/office/drawing/2014/main" id="{0BBC7E69-F409-864B-B9E4-EF819D25771E}"/>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CC87237E-293E-2240-875F-3255CBF7F35B}"/>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76A69FC9-CE77-DB44-A7E4-89CD403C01E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0F23D643-A8CA-274F-8ABB-810E3C801430}"/>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068DADCE-137C-5646-BBDA-8A150E44C90B}"/>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C4DFC0C1-8940-B04C-B95A-83CBFC2F583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EAE2FE64-2AD6-8448-B1A0-749FA20458D3}"/>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56FF69D4-F550-6444-9997-638AC0B27B13}"/>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AEB1FFFE-365D-F642-A899-23C9326D53BC}"/>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4F4C5236-EF18-DF44-9925-BB4A166D6E2B}"/>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CF5706A9-78A1-9144-82AF-F2B34C2EBF88}"/>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70921371-6842-8147-8CDE-6190BF028B4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5070B045-5359-494D-9AA1-019C2F108A8F}"/>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B8156FBA-26A9-A945-9CD6-2D9AA26FB5DE}"/>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10A75F89-2361-3149-BC0E-FF2DA4B418E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400E5F07-8B12-D94C-97AF-FC8F1C3E19FF}"/>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F8F7826A-66F5-3944-AAD4-A76E1CCCD7B1}"/>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DB73DA07-D8CE-1149-9E02-A823DFD0023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51DD222B-9019-BE47-BADB-4652BC1F1EC6}"/>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9717A874-B1DF-7D43-A756-10B0FF458187}"/>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1229E5EC-2DCC-4A4E-81C2-E0E0288A46B7}"/>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1F8D99E8-67F2-9943-A339-73168B5BD34A}"/>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C18F9CCA-8F6C-374F-B930-47082FBC03B1}"/>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0B92972C-1EFD-B240-8D1D-BD9B44EADB07}"/>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CC764F7C-71CC-BC49-9FFD-2BC274F3B44D}"/>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Box 100">
            <a:extLst>
              <a:ext uri="{FF2B5EF4-FFF2-40B4-BE49-F238E27FC236}">
                <a16:creationId xmlns:a16="http://schemas.microsoft.com/office/drawing/2014/main" id="{AA2E1947-0D2B-1749-88C7-EFE60CF9E81E}"/>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2" name="Рисунок 101">
            <a:extLst>
              <a:ext uri="{FF2B5EF4-FFF2-40B4-BE49-F238E27FC236}">
                <a16:creationId xmlns:a16="http://schemas.microsoft.com/office/drawing/2014/main" id="{2928D337-074F-4744-A2F9-33C66AA4405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3" name="Прямоугольник 102">
            <a:extLst>
              <a:ext uri="{FF2B5EF4-FFF2-40B4-BE49-F238E27FC236}">
                <a16:creationId xmlns:a16="http://schemas.microsoft.com/office/drawing/2014/main" id="{BF20818A-9327-B045-8D81-B23A2CE76A46}"/>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TextBox 103">
            <a:extLst>
              <a:ext uri="{FF2B5EF4-FFF2-40B4-BE49-F238E27FC236}">
                <a16:creationId xmlns:a16="http://schemas.microsoft.com/office/drawing/2014/main" id="{1437CB49-0ECC-F04B-B662-9A0B986AF4B0}"/>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5" name="Рисунок 104">
            <a:extLst>
              <a:ext uri="{FF2B5EF4-FFF2-40B4-BE49-F238E27FC236}">
                <a16:creationId xmlns:a16="http://schemas.microsoft.com/office/drawing/2014/main" id="{F31EBA68-E793-7B4F-AB27-AE7F1F10359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08" name="Прямоугольник 107">
            <a:extLst>
              <a:ext uri="{FF2B5EF4-FFF2-40B4-BE49-F238E27FC236}">
                <a16:creationId xmlns:a16="http://schemas.microsoft.com/office/drawing/2014/main" id="{96BD6286-0548-AF4C-ADEA-5075359C1399}"/>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TextBox 108">
            <a:extLst>
              <a:ext uri="{FF2B5EF4-FFF2-40B4-BE49-F238E27FC236}">
                <a16:creationId xmlns:a16="http://schemas.microsoft.com/office/drawing/2014/main" id="{D3F6EC01-24CB-BB45-ABDB-BCB7BA5D3788}"/>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0" name="Рисунок 109">
            <a:extLst>
              <a:ext uri="{FF2B5EF4-FFF2-40B4-BE49-F238E27FC236}">
                <a16:creationId xmlns:a16="http://schemas.microsoft.com/office/drawing/2014/main" id="{266BDD3D-3D9F-984E-88BF-9B727A8DF018}"/>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1" name="Прямоугольник 110">
            <a:extLst>
              <a:ext uri="{FF2B5EF4-FFF2-40B4-BE49-F238E27FC236}">
                <a16:creationId xmlns:a16="http://schemas.microsoft.com/office/drawing/2014/main" id="{DE8615D2-9B07-724F-8E94-7E6BC6C98DEB}"/>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TextBox 111">
            <a:extLst>
              <a:ext uri="{FF2B5EF4-FFF2-40B4-BE49-F238E27FC236}">
                <a16:creationId xmlns:a16="http://schemas.microsoft.com/office/drawing/2014/main" id="{0674BE85-84DB-0D43-8E74-22D3F2892061}"/>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3" name="Рисунок 112">
            <a:extLst>
              <a:ext uri="{FF2B5EF4-FFF2-40B4-BE49-F238E27FC236}">
                <a16:creationId xmlns:a16="http://schemas.microsoft.com/office/drawing/2014/main" id="{E76F844F-5564-1345-8981-A242F2973E0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4" name="Прямоугольник 113">
            <a:extLst>
              <a:ext uri="{FF2B5EF4-FFF2-40B4-BE49-F238E27FC236}">
                <a16:creationId xmlns:a16="http://schemas.microsoft.com/office/drawing/2014/main" id="{DB9C625A-E503-9E4A-AB43-2EF34F6D846A}"/>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5" name="TextBox 114">
            <a:extLst>
              <a:ext uri="{FF2B5EF4-FFF2-40B4-BE49-F238E27FC236}">
                <a16:creationId xmlns:a16="http://schemas.microsoft.com/office/drawing/2014/main" id="{0687BB7F-1DA5-3E41-902D-693CFA51B675}"/>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7" name="Рисунок 116">
            <a:extLst>
              <a:ext uri="{FF2B5EF4-FFF2-40B4-BE49-F238E27FC236}">
                <a16:creationId xmlns:a16="http://schemas.microsoft.com/office/drawing/2014/main" id="{5E525C3D-EBBD-1441-86AA-EB024CEC95EF}"/>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18" name="Прямоугольник 117">
            <a:extLst>
              <a:ext uri="{FF2B5EF4-FFF2-40B4-BE49-F238E27FC236}">
                <a16:creationId xmlns:a16="http://schemas.microsoft.com/office/drawing/2014/main" id="{6EE78AE9-3780-FC47-A744-2B9C9AFA3089}"/>
              </a:ext>
            </a:extLst>
          </p:cNvPr>
          <p:cNvSpPr/>
          <p:nvPr userDrawn="1"/>
        </p:nvSpPr>
        <p:spPr>
          <a:xfrm>
            <a:off x="0" y="3132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9" name="TextBox 118">
            <a:extLst>
              <a:ext uri="{FF2B5EF4-FFF2-40B4-BE49-F238E27FC236}">
                <a16:creationId xmlns:a16="http://schemas.microsoft.com/office/drawing/2014/main" id="{AD09A97B-2BE3-FE42-8498-EF01D31587D3}"/>
              </a:ext>
            </a:extLst>
          </p:cNvPr>
          <p:cNvSpPr txBox="1"/>
          <p:nvPr userDrawn="1"/>
        </p:nvSpPr>
        <p:spPr>
          <a:xfrm>
            <a:off x="604489" y="3232584"/>
            <a:ext cx="1439290" cy="230832"/>
          </a:xfrm>
          <a:prstGeom prst="rect">
            <a:avLst/>
          </a:prstGeom>
          <a:noFill/>
        </p:spPr>
        <p:txBody>
          <a:bodyPr wrap="square" rtlCol="0" anchor="ctr">
            <a:spAutoFit/>
          </a:bodyPr>
          <a:lstStyle/>
          <a:p>
            <a:r>
              <a:rPr lang="en-US" sz="900" b="1" dirty="0">
                <a:solidFill>
                  <a:schemeClr val="bg1"/>
                </a:solidFill>
              </a:rPr>
              <a:t>Risk Model Governance</a:t>
            </a:r>
            <a:endParaRPr lang="ru-RU" sz="900" b="1" dirty="0">
              <a:solidFill>
                <a:schemeClr val="bg1"/>
              </a:solidFill>
            </a:endParaRPr>
          </a:p>
        </p:txBody>
      </p:sp>
      <p:pic>
        <p:nvPicPr>
          <p:cNvPr id="120" name="Рисунок 119">
            <a:extLst>
              <a:ext uri="{FF2B5EF4-FFF2-40B4-BE49-F238E27FC236}">
                <a16:creationId xmlns:a16="http://schemas.microsoft.com/office/drawing/2014/main" id="{CE46A9A9-290E-BC42-9307-3B40C5B3FCC4}"/>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3204000"/>
            <a:ext cx="288000" cy="288000"/>
          </a:xfrm>
          <a:prstGeom prst="rect">
            <a:avLst/>
          </a:prstGeom>
        </p:spPr>
      </p:pic>
      <p:sp>
        <p:nvSpPr>
          <p:cNvPr id="53" name="Прямоугольник 52">
            <a:extLst>
              <a:ext uri="{FF2B5EF4-FFF2-40B4-BE49-F238E27FC236}">
                <a16:creationId xmlns:a16="http://schemas.microsoft.com/office/drawing/2014/main" id="{266067B0-98C7-0C40-9B68-5FEF8CF4E4A9}"/>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4EDD57E6-3614-B643-A15B-C2B609709B6F}"/>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26912604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9_Риски банковской книги">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61B071F3-E6B3-AD47-BAE4-1BBEB00D4A46}"/>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298FE323-8D2D-3D48-8036-B820C5702469}"/>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59C9967D-7B7B-CE42-9677-15C45E0B7E51}"/>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AEB9AA03-C67F-4C49-A467-C7350AE70F66}"/>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E9F901A4-D06C-5B49-A7D5-11912476F437}"/>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255E3E25-54AA-0946-9006-A5F0DB72EDC1}"/>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0DDF0DAF-A7A0-9548-9A69-55ACB13BED68}"/>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3DAF813C-049E-7C4E-BA9C-3BA22F220F90}"/>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F645EB29-CF73-6F40-8C31-8ED18C2A5DFC}"/>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5ECE37BF-330B-7843-8F9E-4A439DE2F5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D3EC034A-EE51-F840-8DAB-31295FFBB307}"/>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6F859796-A85A-2C4C-8787-6B4BC22904F0}"/>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E2F73188-F50B-3B4D-A474-49B427F981A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10908FF4-6CF8-7140-A39D-EE986E311588}"/>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54DFC96C-407F-6B46-8B7B-612D03252815}"/>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7787A5A7-6B17-0D41-88C9-ECBED0EFD8C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FC2D9986-7196-6F4A-94E5-08ACDF49AC30}"/>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AE8AEDD7-63D2-944F-9693-6984D9E67FB8}"/>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E5635579-B3E2-E84A-8813-C38A647401AA}"/>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9E8A4140-4E20-0F4B-86D3-BF98DC0322CE}"/>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36C20C6E-CE21-544D-AC18-02C272A1CB81}"/>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7525EA5B-BA25-8C4E-8381-39D1B672F0C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80" name="Прямоугольник 79">
            <a:extLst>
              <a:ext uri="{FF2B5EF4-FFF2-40B4-BE49-F238E27FC236}">
                <a16:creationId xmlns:a16="http://schemas.microsoft.com/office/drawing/2014/main" id="{269F2883-6620-A04F-B070-B3E3F2B53689}"/>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1DCB1731-C13F-044B-BC0A-FC73796641A2}"/>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FA685393-470B-E243-AC88-A89359FE2E6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6D012497-03A2-FA4D-AC60-F34CAC9A83F3}"/>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20BE37FC-D144-F845-BAEF-F17E2DB59E1F}"/>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99E12506-A0D4-DD4F-80BB-36E2056F79D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6EDA0061-54E4-6147-9FAD-70B1F14DF0EE}"/>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632DC11B-85E8-D346-B0E3-F490FE2499FA}"/>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1E07DEB1-4527-5A49-9127-4F8EB6658E66}"/>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7CC83E88-7784-524D-8522-22CEAFA0A234}"/>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5CA7542D-6FEA-0341-874B-50898F2B3009}"/>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4" name="Рисунок 103">
            <a:extLst>
              <a:ext uri="{FF2B5EF4-FFF2-40B4-BE49-F238E27FC236}">
                <a16:creationId xmlns:a16="http://schemas.microsoft.com/office/drawing/2014/main" id="{2D2798E8-1A91-1E42-9B4D-8F35FF4D986C}"/>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C3230ED5-8618-434F-A316-9A6AB636D05E}"/>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6EB954CB-4F05-D440-8BD0-5939F7C996D0}"/>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9" name="Рисунок 108">
            <a:extLst>
              <a:ext uri="{FF2B5EF4-FFF2-40B4-BE49-F238E27FC236}">
                <a16:creationId xmlns:a16="http://schemas.microsoft.com/office/drawing/2014/main" id="{439925EA-EA35-8D4F-9404-3D09E9F44B66}"/>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10" name="Прямоугольник 109">
            <a:extLst>
              <a:ext uri="{FF2B5EF4-FFF2-40B4-BE49-F238E27FC236}">
                <a16:creationId xmlns:a16="http://schemas.microsoft.com/office/drawing/2014/main" id="{8293CB9F-6534-D04B-8F89-385009CF4941}"/>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6DB5FFA6-B31E-A64A-BD4F-574F388CF8B0}"/>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2" name="Рисунок 111">
            <a:extLst>
              <a:ext uri="{FF2B5EF4-FFF2-40B4-BE49-F238E27FC236}">
                <a16:creationId xmlns:a16="http://schemas.microsoft.com/office/drawing/2014/main" id="{CB95C2AE-4550-4C4B-89CD-4FE06835C105}"/>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3" name="Прямоугольник 112">
            <a:extLst>
              <a:ext uri="{FF2B5EF4-FFF2-40B4-BE49-F238E27FC236}">
                <a16:creationId xmlns:a16="http://schemas.microsoft.com/office/drawing/2014/main" id="{C9B623ED-4908-EE48-86D7-F15BAB8A986C}"/>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9303BDFE-F0E4-9544-B95B-1A177FB903EC}"/>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5" name="Рисунок 114">
            <a:extLst>
              <a:ext uri="{FF2B5EF4-FFF2-40B4-BE49-F238E27FC236}">
                <a16:creationId xmlns:a16="http://schemas.microsoft.com/office/drawing/2014/main" id="{4A49ABF8-3FD3-684A-84DE-33B5A5E8CD5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6" name="Прямоугольник 115">
            <a:extLst>
              <a:ext uri="{FF2B5EF4-FFF2-40B4-BE49-F238E27FC236}">
                <a16:creationId xmlns:a16="http://schemas.microsoft.com/office/drawing/2014/main" id="{A1EA0194-D586-EC4F-B7B7-849E4E4018C3}"/>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7" name="TextBox 116">
            <a:extLst>
              <a:ext uri="{FF2B5EF4-FFF2-40B4-BE49-F238E27FC236}">
                <a16:creationId xmlns:a16="http://schemas.microsoft.com/office/drawing/2014/main" id="{B9E07F0B-4DE8-E04E-B243-5D80B447F014}"/>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8" name="Рисунок 117">
            <a:extLst>
              <a:ext uri="{FF2B5EF4-FFF2-40B4-BE49-F238E27FC236}">
                <a16:creationId xmlns:a16="http://schemas.microsoft.com/office/drawing/2014/main" id="{F8ED6556-3035-FF4F-903B-C7FF124ABC9D}"/>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36" name="Прямоугольник 135">
            <a:extLst>
              <a:ext uri="{FF2B5EF4-FFF2-40B4-BE49-F238E27FC236}">
                <a16:creationId xmlns:a16="http://schemas.microsoft.com/office/drawing/2014/main" id="{D8B42A99-9082-7442-A2A4-B0776AB9F6BE}"/>
              </a:ext>
            </a:extLst>
          </p:cNvPr>
          <p:cNvSpPr/>
          <p:nvPr userDrawn="1"/>
        </p:nvSpPr>
        <p:spPr>
          <a:xfrm>
            <a:off x="0" y="3564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7" name="TextBox 136">
            <a:extLst>
              <a:ext uri="{FF2B5EF4-FFF2-40B4-BE49-F238E27FC236}">
                <a16:creationId xmlns:a16="http://schemas.microsoft.com/office/drawing/2014/main" id="{AD0AD8B4-7729-A34A-A1C4-DD9CD2637F9D}"/>
              </a:ext>
            </a:extLst>
          </p:cNvPr>
          <p:cNvSpPr txBox="1"/>
          <p:nvPr userDrawn="1"/>
        </p:nvSpPr>
        <p:spPr>
          <a:xfrm>
            <a:off x="604489" y="3664584"/>
            <a:ext cx="1439290" cy="230832"/>
          </a:xfrm>
          <a:prstGeom prst="rect">
            <a:avLst/>
          </a:prstGeom>
          <a:noFill/>
        </p:spPr>
        <p:txBody>
          <a:bodyPr wrap="square" rtlCol="0" anchor="ctr">
            <a:spAutoFit/>
          </a:bodyPr>
          <a:lstStyle/>
          <a:p>
            <a:r>
              <a:rPr lang="ru-RU" sz="900" b="1" dirty="0">
                <a:solidFill>
                  <a:schemeClr val="bg1"/>
                </a:solidFill>
              </a:rPr>
              <a:t>Риски банковской книги</a:t>
            </a:r>
          </a:p>
        </p:txBody>
      </p:sp>
      <p:pic>
        <p:nvPicPr>
          <p:cNvPr id="139" name="Рисунок 138">
            <a:extLst>
              <a:ext uri="{FF2B5EF4-FFF2-40B4-BE49-F238E27FC236}">
                <a16:creationId xmlns:a16="http://schemas.microsoft.com/office/drawing/2014/main" id="{0351012D-5C43-AD41-A3DB-78D00F665180}"/>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3636000"/>
            <a:ext cx="288000" cy="288000"/>
          </a:xfrm>
          <a:prstGeom prst="rect">
            <a:avLst/>
          </a:prstGeom>
        </p:spPr>
      </p:pic>
      <p:sp>
        <p:nvSpPr>
          <p:cNvPr id="53" name="Прямоугольник 52">
            <a:extLst>
              <a:ext uri="{FF2B5EF4-FFF2-40B4-BE49-F238E27FC236}">
                <a16:creationId xmlns:a16="http://schemas.microsoft.com/office/drawing/2014/main" id="{6E0E23FB-CF49-1043-A060-4E08E0B12E54}"/>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CF70038F-96A2-4948-9780-9AA95367092E}"/>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3" name="Рисунок 2"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6639112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0_Операционный риск">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E9C31441-7FC4-4A4B-AE01-2068FD2A6E7E}"/>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CCE1108E-E08F-6D49-9964-3B0F7493C2A1}"/>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8142E925-CA77-B544-BD9A-E1C6BB14A14B}"/>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E9EC314D-D616-5242-AE09-6D30F714ED15}"/>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DDA2D573-1833-D74D-B1E0-341F0AB846C7}"/>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25A24519-AA85-1C4D-AE4C-C4B08A73D295}"/>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0A3DAB09-6C2F-0746-8876-F91EDC660B1B}"/>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3AE2A4EA-E8EB-9348-A94C-3E2E9229798C}"/>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DB5A8C7F-612B-1C48-90BF-49AA6C5EB3DA}"/>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682C48FB-794F-B347-8066-A14B56E96BD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8393DD1D-E51D-574D-A6EF-3ACB8EB3B8C5}"/>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ACA933D7-44B0-4346-834C-21749BBF9E1C}"/>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F2FBF4CE-A550-0A4C-933D-28D6FAA54D3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303CF636-4B75-7E41-8078-D84C0763D1AD}"/>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26344617-29E4-8E43-9D91-FA352AC6BAA4}"/>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9E74D18B-7351-FF4A-928E-3BB108009CF7}"/>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4B864E8E-E913-C245-AE55-6D29E2ECD823}"/>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189EB07B-8D96-A04C-853B-BF94A15BF7FD}"/>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259D71A1-692C-854D-AB6F-E9AB3C0E79CD}"/>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F74DE3F5-588D-3B47-9673-90E75D55A6CD}"/>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A6F93427-5A6D-514A-BB06-5D3D0AB404E9}"/>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B3E49339-BD5C-284F-8969-79024C6F77F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DB8D2CC8-FA76-FE42-B334-0430A7292D4D}"/>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58EE1E99-AE7D-344E-BBEB-974669F2E605}"/>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FE8FA1EC-C60B-1B47-96EA-BCE7E03BBB5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3" name="Прямоугольник 82">
            <a:extLst>
              <a:ext uri="{FF2B5EF4-FFF2-40B4-BE49-F238E27FC236}">
                <a16:creationId xmlns:a16="http://schemas.microsoft.com/office/drawing/2014/main" id="{9E8653EA-46BE-5C4B-8CD7-497306B2A12D}"/>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88AF99F8-430E-7A43-9791-9E06C324FD64}"/>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1088FF95-C4CC-6E4C-89DC-E78C0C6C494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F8288506-A838-5749-80F0-6D577AFE2895}"/>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FC7182FB-A685-8448-B0C1-C6B991C7DAF4}"/>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4B82E4B4-06F8-EC4F-B91B-A3EF5A45DD7F}"/>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3BED6FCD-AED3-7347-BAC8-7D7E331CF0D8}"/>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9B608CB1-BD58-F349-9A4D-353BB4852B79}"/>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4" name="Рисунок 103">
            <a:extLst>
              <a:ext uri="{FF2B5EF4-FFF2-40B4-BE49-F238E27FC236}">
                <a16:creationId xmlns:a16="http://schemas.microsoft.com/office/drawing/2014/main" id="{40AF5F82-FAB8-624F-B094-54898C888D45}"/>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C4D1CBA8-BA60-C44C-9E84-87BF102D5A75}"/>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DB0AD7E1-43EA-4642-9A0A-8F7230BE6EE4}"/>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9" name="Рисунок 108">
            <a:extLst>
              <a:ext uri="{FF2B5EF4-FFF2-40B4-BE49-F238E27FC236}">
                <a16:creationId xmlns:a16="http://schemas.microsoft.com/office/drawing/2014/main" id="{C231BD2E-5D40-E14A-BFB5-BBF169E22C8F}"/>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10" name="Прямоугольник 109">
            <a:extLst>
              <a:ext uri="{FF2B5EF4-FFF2-40B4-BE49-F238E27FC236}">
                <a16:creationId xmlns:a16="http://schemas.microsoft.com/office/drawing/2014/main" id="{0DD66B27-C38C-9C40-89D3-8758745FB387}"/>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0BFC4597-AEB9-B843-88D6-C28DC570D5A6}"/>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2" name="Рисунок 111">
            <a:extLst>
              <a:ext uri="{FF2B5EF4-FFF2-40B4-BE49-F238E27FC236}">
                <a16:creationId xmlns:a16="http://schemas.microsoft.com/office/drawing/2014/main" id="{24F228E7-7490-A949-B3CD-587E93BC5C85}"/>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3" name="Прямоугольник 112">
            <a:extLst>
              <a:ext uri="{FF2B5EF4-FFF2-40B4-BE49-F238E27FC236}">
                <a16:creationId xmlns:a16="http://schemas.microsoft.com/office/drawing/2014/main" id="{D0F91B22-2C86-2245-B463-396CF9BA9F83}"/>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B5556E0B-E6CA-AB45-939A-FA68DDE03391}"/>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5" name="Рисунок 114">
            <a:extLst>
              <a:ext uri="{FF2B5EF4-FFF2-40B4-BE49-F238E27FC236}">
                <a16:creationId xmlns:a16="http://schemas.microsoft.com/office/drawing/2014/main" id="{274CDDEE-AF1D-264F-8DFF-43651BACFEB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6" name="Прямоугольник 115">
            <a:extLst>
              <a:ext uri="{FF2B5EF4-FFF2-40B4-BE49-F238E27FC236}">
                <a16:creationId xmlns:a16="http://schemas.microsoft.com/office/drawing/2014/main" id="{792337D8-3D1E-1C4D-8AF1-9D9CC533ED7F}"/>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7" name="TextBox 116">
            <a:extLst>
              <a:ext uri="{FF2B5EF4-FFF2-40B4-BE49-F238E27FC236}">
                <a16:creationId xmlns:a16="http://schemas.microsoft.com/office/drawing/2014/main" id="{9C742A40-08FD-544E-9D77-034AA3C66F00}"/>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8" name="Рисунок 117">
            <a:extLst>
              <a:ext uri="{FF2B5EF4-FFF2-40B4-BE49-F238E27FC236}">
                <a16:creationId xmlns:a16="http://schemas.microsoft.com/office/drawing/2014/main" id="{A2BE3565-03C2-B743-97E6-7942042583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57" name="Прямоугольник 156">
            <a:extLst>
              <a:ext uri="{FF2B5EF4-FFF2-40B4-BE49-F238E27FC236}">
                <a16:creationId xmlns:a16="http://schemas.microsoft.com/office/drawing/2014/main" id="{6B17A399-05CC-B345-B826-6997E367192F}"/>
              </a:ext>
            </a:extLst>
          </p:cNvPr>
          <p:cNvSpPr/>
          <p:nvPr userDrawn="1"/>
        </p:nvSpPr>
        <p:spPr>
          <a:xfrm>
            <a:off x="0" y="3996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6" name="TextBox 165">
            <a:extLst>
              <a:ext uri="{FF2B5EF4-FFF2-40B4-BE49-F238E27FC236}">
                <a16:creationId xmlns:a16="http://schemas.microsoft.com/office/drawing/2014/main" id="{99660414-4303-B54D-A661-2504F446609B}"/>
              </a:ext>
            </a:extLst>
          </p:cNvPr>
          <p:cNvSpPr txBox="1"/>
          <p:nvPr userDrawn="1"/>
        </p:nvSpPr>
        <p:spPr>
          <a:xfrm>
            <a:off x="604489" y="4096584"/>
            <a:ext cx="1439290" cy="230832"/>
          </a:xfrm>
          <a:prstGeom prst="rect">
            <a:avLst/>
          </a:prstGeom>
          <a:noFill/>
        </p:spPr>
        <p:txBody>
          <a:bodyPr wrap="square" rtlCol="0" anchor="ctr">
            <a:spAutoFit/>
          </a:bodyPr>
          <a:lstStyle/>
          <a:p>
            <a:r>
              <a:rPr lang="en-US" sz="900" b="1" dirty="0" err="1">
                <a:solidFill>
                  <a:schemeClr val="bg1"/>
                </a:solidFill>
              </a:rPr>
              <a:t>Опер</a:t>
            </a:r>
            <a:r>
              <a:rPr lang="ru-RU" sz="900" b="1" dirty="0" err="1">
                <a:solidFill>
                  <a:schemeClr val="bg1"/>
                </a:solidFill>
              </a:rPr>
              <a:t>ационный</a:t>
            </a:r>
            <a:r>
              <a:rPr lang="ru-RU" sz="900" b="1" dirty="0">
                <a:solidFill>
                  <a:schemeClr val="bg1"/>
                </a:solidFill>
              </a:rPr>
              <a:t> риск</a:t>
            </a:r>
          </a:p>
        </p:txBody>
      </p:sp>
      <p:pic>
        <p:nvPicPr>
          <p:cNvPr id="167" name="Рисунок 166">
            <a:extLst>
              <a:ext uri="{FF2B5EF4-FFF2-40B4-BE49-F238E27FC236}">
                <a16:creationId xmlns:a16="http://schemas.microsoft.com/office/drawing/2014/main" id="{B4BD463B-56FD-034E-9BEF-13D9992666DD}"/>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4068000"/>
            <a:ext cx="288000" cy="288000"/>
          </a:xfrm>
          <a:prstGeom prst="rect">
            <a:avLst/>
          </a:prstGeom>
        </p:spPr>
      </p:pic>
      <p:sp>
        <p:nvSpPr>
          <p:cNvPr id="53" name="Прямоугольник 52">
            <a:extLst>
              <a:ext uri="{FF2B5EF4-FFF2-40B4-BE49-F238E27FC236}">
                <a16:creationId xmlns:a16="http://schemas.microsoft.com/office/drawing/2014/main" id="{AEA645F3-476C-BF45-88FF-38737F83D39A}"/>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899A8571-728B-6F4E-8C6A-B780FEBB36F2}"/>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23577170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1_Технориск">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606A5973-E1FB-6343-B2A2-9B3904BF53AC}"/>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3783C100-F621-8448-98BD-5341ADDE5A55}"/>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E4314CFC-57E4-4246-9985-B70F31865B02}"/>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05ACD35C-BFE5-3045-882F-4621C05CC5B3}"/>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C88ACBE3-625F-024E-9F3F-5C538608A190}"/>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35F08ED0-6400-404C-9BC7-CD726669A5D5}"/>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06BF326A-6920-0642-BD58-09D12855C5E4}"/>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413A3CE1-53AA-5B44-A0D9-15C752FBB20D}"/>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C84B67EC-B010-AF40-83A8-749BB371B797}"/>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F4DEA0AF-238F-5D40-93D9-F6D1E3989F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DD73986E-CD06-BD4B-9B31-465154285DB8}"/>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654BE9EB-78C4-4141-AA87-F04DFF1B4766}"/>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5225E38B-42E8-A04B-93FF-3701BD280E7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3811E934-E170-D84B-AFFB-85A1C9694BAD}"/>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B9725CDF-46D1-2C4E-8BC2-2580850134F3}"/>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56EC3407-22ED-584B-ABC6-03FD2A4C76A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D803334C-EC96-6D41-81AD-F5B3F3CAE47E}"/>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FDE3FC6E-5E00-1740-A9D4-20D7E031F003}"/>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DABBFE6B-8903-3543-A03A-97123655F653}"/>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7" name="Прямоугольник 76">
            <a:extLst>
              <a:ext uri="{FF2B5EF4-FFF2-40B4-BE49-F238E27FC236}">
                <a16:creationId xmlns:a16="http://schemas.microsoft.com/office/drawing/2014/main" id="{DAF8D8B7-D595-A441-8800-9AC0A107C344}"/>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225A1654-BE40-2F46-A578-B38DA54B05D1}"/>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F1C1DF63-9D29-4148-84DD-276A9780388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E80A66D1-FF98-EA41-A4DA-8C1FCE9969E9}"/>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3B851A89-FE61-3941-95CF-79C4B0E2C391}"/>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0E9E1BC3-F18C-0547-BC6F-F156910E992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5B7E63ED-6809-854D-8906-30E32AAAC713}"/>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245E8007-A280-D741-84E9-202C006BCD7F}"/>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37B7EDBF-3A03-064F-B466-00C5CB0EA778}"/>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5B623FB5-340A-D043-ABBF-C042885296AC}"/>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92522FE4-E6A2-9549-B762-8BD9E3C1ADF4}"/>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03480538-E58F-B040-BA72-06E3C9D018B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8AF3D0ED-3608-B845-89B0-E519D96B52FF}"/>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3F086E6D-9CEF-1943-8EB6-CDCAE5FD1831}"/>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4" name="Рисунок 103">
            <a:extLst>
              <a:ext uri="{FF2B5EF4-FFF2-40B4-BE49-F238E27FC236}">
                <a16:creationId xmlns:a16="http://schemas.microsoft.com/office/drawing/2014/main" id="{287D5406-49DF-0D44-A60E-D2B1A041EFF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20454DE3-5170-BD46-84BC-F925DA91F6AA}"/>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8D772069-8FAA-CF44-9637-531A4CA86193}"/>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9" name="Рисунок 108">
            <a:extLst>
              <a:ext uri="{FF2B5EF4-FFF2-40B4-BE49-F238E27FC236}">
                <a16:creationId xmlns:a16="http://schemas.microsoft.com/office/drawing/2014/main" id="{7EF417D8-5308-DB41-80EE-42E916B88F0C}"/>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10" name="Прямоугольник 109">
            <a:extLst>
              <a:ext uri="{FF2B5EF4-FFF2-40B4-BE49-F238E27FC236}">
                <a16:creationId xmlns:a16="http://schemas.microsoft.com/office/drawing/2014/main" id="{E8F3EF92-DFF3-114A-BA1C-E62268579C47}"/>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EA3D4D4C-E81E-8D4C-86CD-30EDB288119D}"/>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2" name="Рисунок 111">
            <a:extLst>
              <a:ext uri="{FF2B5EF4-FFF2-40B4-BE49-F238E27FC236}">
                <a16:creationId xmlns:a16="http://schemas.microsoft.com/office/drawing/2014/main" id="{A727FACD-30C0-6C4C-AB05-FF6AFACFAE8A}"/>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3" name="Прямоугольник 112">
            <a:extLst>
              <a:ext uri="{FF2B5EF4-FFF2-40B4-BE49-F238E27FC236}">
                <a16:creationId xmlns:a16="http://schemas.microsoft.com/office/drawing/2014/main" id="{BC3D4A6E-D280-974E-93AB-07A1AC50F334}"/>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DB48D890-2B25-2740-81DF-206167B01EE7}"/>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5" name="Рисунок 114">
            <a:extLst>
              <a:ext uri="{FF2B5EF4-FFF2-40B4-BE49-F238E27FC236}">
                <a16:creationId xmlns:a16="http://schemas.microsoft.com/office/drawing/2014/main" id="{38B9FAFE-19BB-C54D-A53E-2772D4C39E6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6" name="Прямоугольник 115">
            <a:extLst>
              <a:ext uri="{FF2B5EF4-FFF2-40B4-BE49-F238E27FC236}">
                <a16:creationId xmlns:a16="http://schemas.microsoft.com/office/drawing/2014/main" id="{79E6275C-A566-494A-8983-922944CCF1DA}"/>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7" name="TextBox 116">
            <a:extLst>
              <a:ext uri="{FF2B5EF4-FFF2-40B4-BE49-F238E27FC236}">
                <a16:creationId xmlns:a16="http://schemas.microsoft.com/office/drawing/2014/main" id="{C40314CC-CA7E-9342-9A89-128A9BD55987}"/>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8" name="Рисунок 117">
            <a:extLst>
              <a:ext uri="{FF2B5EF4-FFF2-40B4-BE49-F238E27FC236}">
                <a16:creationId xmlns:a16="http://schemas.microsoft.com/office/drawing/2014/main" id="{A6ED333C-DED5-A44B-B54B-8D1BDE379109}"/>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33" name="Прямоугольник 132">
            <a:extLst>
              <a:ext uri="{FF2B5EF4-FFF2-40B4-BE49-F238E27FC236}">
                <a16:creationId xmlns:a16="http://schemas.microsoft.com/office/drawing/2014/main" id="{8698AEE8-07F5-AD46-A1BF-207727E18E2F}"/>
              </a:ext>
            </a:extLst>
          </p:cNvPr>
          <p:cNvSpPr/>
          <p:nvPr userDrawn="1"/>
        </p:nvSpPr>
        <p:spPr>
          <a:xfrm>
            <a:off x="0" y="4428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4" name="TextBox 133">
            <a:extLst>
              <a:ext uri="{FF2B5EF4-FFF2-40B4-BE49-F238E27FC236}">
                <a16:creationId xmlns:a16="http://schemas.microsoft.com/office/drawing/2014/main" id="{2464FA7F-5C35-B844-9D28-BD3466BF6760}"/>
              </a:ext>
            </a:extLst>
          </p:cNvPr>
          <p:cNvSpPr txBox="1"/>
          <p:nvPr userDrawn="1"/>
        </p:nvSpPr>
        <p:spPr>
          <a:xfrm>
            <a:off x="604489" y="4528584"/>
            <a:ext cx="1439290" cy="230832"/>
          </a:xfrm>
          <a:prstGeom prst="rect">
            <a:avLst/>
          </a:prstGeom>
          <a:noFill/>
        </p:spPr>
        <p:txBody>
          <a:bodyPr wrap="square" rtlCol="0" anchor="ctr">
            <a:spAutoFit/>
          </a:bodyPr>
          <a:lstStyle/>
          <a:p>
            <a:r>
              <a:rPr lang="ru-RU" sz="900" b="1" dirty="0" err="1">
                <a:solidFill>
                  <a:schemeClr val="bg1"/>
                </a:solidFill>
              </a:rPr>
              <a:t>Технориск</a:t>
            </a:r>
            <a:endParaRPr lang="ru-RU" sz="900" b="1" dirty="0">
              <a:solidFill>
                <a:schemeClr val="bg1"/>
              </a:solidFill>
            </a:endParaRPr>
          </a:p>
        </p:txBody>
      </p:sp>
      <p:pic>
        <p:nvPicPr>
          <p:cNvPr id="135" name="Рисунок 134">
            <a:extLst>
              <a:ext uri="{FF2B5EF4-FFF2-40B4-BE49-F238E27FC236}">
                <a16:creationId xmlns:a16="http://schemas.microsoft.com/office/drawing/2014/main" id="{BBB5565E-948E-104F-9606-42DC805C28EA}"/>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4500000"/>
            <a:ext cx="288000" cy="288000"/>
          </a:xfrm>
          <a:prstGeom prst="rect">
            <a:avLst/>
          </a:prstGeom>
        </p:spPr>
      </p:pic>
      <p:sp>
        <p:nvSpPr>
          <p:cNvPr id="53" name="Прямоугольник 52">
            <a:extLst>
              <a:ext uri="{FF2B5EF4-FFF2-40B4-BE49-F238E27FC236}">
                <a16:creationId xmlns:a16="http://schemas.microsoft.com/office/drawing/2014/main" id="{342174A1-8970-704E-AD85-5C0128E7287A}"/>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90D481EC-C8E6-FC4B-9B29-8D5AB85A65E7}"/>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27360100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2_Пруденциальный офис">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00F14878-52FE-C14C-B62D-1C8B104F7D17}"/>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0A92D1BC-D859-EE4F-8EFD-E6F935877EE7}"/>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66867703-5CDC-7045-B3A4-926899885122}"/>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715FB74A-1322-0946-BE67-289FE6E3BF5E}"/>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699922F4-567E-2C42-ACDD-CF227D632495}"/>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7C69FE4C-A692-4A46-B897-792F396A8BB0}"/>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3944FB49-B898-B54B-998D-4D1237295EF7}"/>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074EECD0-60F2-D848-9D33-BD1387274114}"/>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E7F20629-0A4E-1944-A45F-E354C5F637B5}"/>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E9EEB63A-2D1B-2947-9372-8F0D5277AF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12AA23C8-EFB5-B944-932B-1707D59EFCA8}"/>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79F48A4A-69A2-2E4F-A3F6-7AE740E2ACF4}"/>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8F2875DB-4C57-984C-AE3E-C5A6B1C495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A2CD7F1A-5C4E-0D4B-9D64-6DA00F14177F}"/>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C090EB19-8E89-0346-8219-A7A6EBDD8A67}"/>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4C9AA5DB-4ED7-4444-982F-082B209C6EB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5B7492B3-F681-C142-ADBB-0ACEE3AF2F1A}"/>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EA9023BB-21EF-984B-8D1A-CB659AE7EB49}"/>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BAD440AD-F090-4548-9DB3-1F451AD4F5BB}"/>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576B02BE-49AB-DF4B-A91F-95AA0CF289D2}"/>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1CA1965D-B47A-1D47-BE90-20187E7D0785}"/>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EA690137-03A6-8D4C-9E66-6F0CEBBF1019}"/>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D512B2A4-AEF6-BF40-83EF-75BDBAD34B62}"/>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A3F5B022-42D3-E349-8EDD-E4AA4337D641}"/>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5D658C24-C274-DB42-9759-0EFE513484E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B934A77C-6E45-C344-831C-A1CAC0E6FD9E}"/>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8F3497B0-B6C5-1F4D-9972-F2292CFFDF42}"/>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CBC08DF6-A81B-C64F-8AC9-0BCE3CA5EDD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607209A4-848B-2048-94EF-A51D1AA1C2EF}"/>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73D86FF9-BBA4-954E-B9A9-7500D3BAE92E}"/>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9598EDA3-86DB-1546-BD7F-47527609049A}"/>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9" name="Прямоугольник 88">
            <a:extLst>
              <a:ext uri="{FF2B5EF4-FFF2-40B4-BE49-F238E27FC236}">
                <a16:creationId xmlns:a16="http://schemas.microsoft.com/office/drawing/2014/main" id="{88095419-E4A8-D64D-B040-C1DF495067F5}"/>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4DAAF373-634A-B947-B3E1-5CEBF04C1BD5}"/>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4" name="Рисунок 103">
            <a:extLst>
              <a:ext uri="{FF2B5EF4-FFF2-40B4-BE49-F238E27FC236}">
                <a16:creationId xmlns:a16="http://schemas.microsoft.com/office/drawing/2014/main" id="{4E69148E-D662-5243-AC7A-FA4A26BE2B7B}"/>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8E6F6527-41D6-5842-8A44-5ED022DCDDAF}"/>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8A7636A2-37F5-CB41-81A7-B84941710A80}"/>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9" name="Рисунок 108">
            <a:extLst>
              <a:ext uri="{FF2B5EF4-FFF2-40B4-BE49-F238E27FC236}">
                <a16:creationId xmlns:a16="http://schemas.microsoft.com/office/drawing/2014/main" id="{940D1CDE-4F3C-B749-A823-EFE7727AF511}"/>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10" name="Прямоугольник 109">
            <a:extLst>
              <a:ext uri="{FF2B5EF4-FFF2-40B4-BE49-F238E27FC236}">
                <a16:creationId xmlns:a16="http://schemas.microsoft.com/office/drawing/2014/main" id="{65E8F1D7-6635-1A43-B0AB-C23B41D2210E}"/>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0DE0CAF8-8D5D-6747-9943-47E75104E8D8}"/>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2" name="Рисунок 111">
            <a:extLst>
              <a:ext uri="{FF2B5EF4-FFF2-40B4-BE49-F238E27FC236}">
                <a16:creationId xmlns:a16="http://schemas.microsoft.com/office/drawing/2014/main" id="{0DFC8A2B-7A95-3046-AD90-BD67427DFC1B}"/>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3" name="Прямоугольник 112">
            <a:extLst>
              <a:ext uri="{FF2B5EF4-FFF2-40B4-BE49-F238E27FC236}">
                <a16:creationId xmlns:a16="http://schemas.microsoft.com/office/drawing/2014/main" id="{2DDC1DB2-1DB4-D540-8642-4377F7AD71EB}"/>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E37454C2-69EB-834E-BC98-61EBE73D014E}"/>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5" name="Рисунок 114">
            <a:extLst>
              <a:ext uri="{FF2B5EF4-FFF2-40B4-BE49-F238E27FC236}">
                <a16:creationId xmlns:a16="http://schemas.microsoft.com/office/drawing/2014/main" id="{6D125400-1525-BF40-99F6-9F5F1C32022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6" name="Прямоугольник 115">
            <a:extLst>
              <a:ext uri="{FF2B5EF4-FFF2-40B4-BE49-F238E27FC236}">
                <a16:creationId xmlns:a16="http://schemas.microsoft.com/office/drawing/2014/main" id="{19201046-CAFC-7045-A66E-FFE9F10B8956}"/>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7" name="TextBox 116">
            <a:extLst>
              <a:ext uri="{FF2B5EF4-FFF2-40B4-BE49-F238E27FC236}">
                <a16:creationId xmlns:a16="http://schemas.microsoft.com/office/drawing/2014/main" id="{99F22089-BBD0-4746-A275-61D5328DEDDC}"/>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8" name="Рисунок 117">
            <a:extLst>
              <a:ext uri="{FF2B5EF4-FFF2-40B4-BE49-F238E27FC236}">
                <a16:creationId xmlns:a16="http://schemas.microsoft.com/office/drawing/2014/main" id="{F113337D-7B5E-A34D-A1DC-082DDDD5DD2D}"/>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77" name="Прямоугольник 176">
            <a:extLst>
              <a:ext uri="{FF2B5EF4-FFF2-40B4-BE49-F238E27FC236}">
                <a16:creationId xmlns:a16="http://schemas.microsoft.com/office/drawing/2014/main" id="{781C25FF-34AA-9841-8B34-16E32D5BB5D4}"/>
              </a:ext>
            </a:extLst>
          </p:cNvPr>
          <p:cNvSpPr/>
          <p:nvPr userDrawn="1"/>
        </p:nvSpPr>
        <p:spPr>
          <a:xfrm>
            <a:off x="0" y="4860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8" name="TextBox 177">
            <a:extLst>
              <a:ext uri="{FF2B5EF4-FFF2-40B4-BE49-F238E27FC236}">
                <a16:creationId xmlns:a16="http://schemas.microsoft.com/office/drawing/2014/main" id="{221BAAC2-B73A-854C-8E71-157064C02D52}"/>
              </a:ext>
            </a:extLst>
          </p:cNvPr>
          <p:cNvSpPr txBox="1"/>
          <p:nvPr userDrawn="1"/>
        </p:nvSpPr>
        <p:spPr>
          <a:xfrm>
            <a:off x="604489" y="4960584"/>
            <a:ext cx="1439290" cy="230832"/>
          </a:xfrm>
          <a:prstGeom prst="rect">
            <a:avLst/>
          </a:prstGeom>
          <a:noFill/>
        </p:spPr>
        <p:txBody>
          <a:bodyPr wrap="square" rtlCol="0" anchor="ctr">
            <a:spAutoFit/>
          </a:bodyPr>
          <a:lstStyle/>
          <a:p>
            <a:r>
              <a:rPr lang="ru-RU" sz="900" b="1" dirty="0">
                <a:solidFill>
                  <a:schemeClr val="bg1"/>
                </a:solidFill>
              </a:rPr>
              <a:t>Пруденциальный офис</a:t>
            </a:r>
          </a:p>
        </p:txBody>
      </p:sp>
      <p:pic>
        <p:nvPicPr>
          <p:cNvPr id="179" name="Рисунок 178">
            <a:extLst>
              <a:ext uri="{FF2B5EF4-FFF2-40B4-BE49-F238E27FC236}">
                <a16:creationId xmlns:a16="http://schemas.microsoft.com/office/drawing/2014/main" id="{A811AA2B-B0DE-1C40-A616-F8143864F4ED}"/>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171523" y="4932000"/>
            <a:ext cx="288000" cy="288000"/>
          </a:xfrm>
          <a:prstGeom prst="rect">
            <a:avLst/>
          </a:prstGeom>
        </p:spPr>
      </p:pic>
      <p:sp>
        <p:nvSpPr>
          <p:cNvPr id="53" name="Прямоугольник 52">
            <a:extLst>
              <a:ext uri="{FF2B5EF4-FFF2-40B4-BE49-F238E27FC236}">
                <a16:creationId xmlns:a16="http://schemas.microsoft.com/office/drawing/2014/main" id="{E8534B8E-5B96-DE4E-BBE2-65CBE8F6DD7C}"/>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E42ABF7C-14D2-C34E-8DBC-9837177C3A5D}"/>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14755710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3_ИТ-внедрения">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DDFFA306-4E15-E949-9709-F8153EE88F42}"/>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84988645-5DB7-DE46-AA2C-D6394E2333C6}"/>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1DACB476-9A9C-CE43-AAA2-1C3E85359649}"/>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3204DC8C-00D6-CC4B-A90F-B012B8D42D31}"/>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A5BD6F3C-8579-9A4F-97F1-221D0CC58B01}"/>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F76CE5E0-D155-3142-82A9-31F639B10BE2}"/>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9AC2FCB7-455D-3846-AF00-6309D169CDEB}"/>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9E87F866-470E-C145-8842-311DD7F7B35F}"/>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5C7FB279-F2D3-714E-92ED-F0026C26782C}"/>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32E4F3A8-C78F-1048-8D1F-92684DD8BF3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3EABC97C-9CA4-8E45-81FE-30AD7798833D}"/>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ED815AFE-15DA-324F-ADD8-E2339785B335}"/>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1B65C54A-16FA-FE4B-95D2-203E345C1B9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1086753F-AFC5-FC4E-92BC-786E7B3F4B79}"/>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B86FA67C-29F4-604E-8A62-5D634E81B9DE}"/>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A2C03665-9F07-7644-86E8-F2F1D9EC220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7579A64F-3789-7644-BF39-7666B0F9017C}"/>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F252FDBC-7306-B944-9A3A-6B1EC16C21DA}"/>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55B5BA8A-6484-194C-AE62-FDDAFE2F13C6}"/>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3BF7AAB1-4487-A640-8100-04A90A7FBCED}"/>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F9EE6884-3EF7-7D49-A06B-796FD72261B0}"/>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E47ECFC8-1380-4044-89EB-F729E5ED6AD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5E0368B5-7EC1-9441-B9DA-57F07877F1FA}"/>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D233AE29-F3C8-B346-BEA2-1292D0F9D499}"/>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B36C9A63-1EE0-1442-A27C-73DC0FE2A26D}"/>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D5F8CEF5-E90A-6446-B143-4CBE695E90E5}"/>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11AA4665-BE6E-6544-A2E3-8ACDFA32037F}"/>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767BE6A3-B4CE-8D46-82FD-66A60F6FAC62}"/>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3303DB7D-72DB-D445-A492-293F5CF0CB60}"/>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0EC0FF97-4FB9-8F42-AC0D-77CBEFCB5F80}"/>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08C060D3-1ABB-954D-9DE4-DB091D87657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DA358D83-886A-D54D-9290-396D66205888}"/>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C27ECD3D-559B-CA45-B98E-E5DB0A983AD6}"/>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FCC4A12B-BBB2-7E4B-8C9D-3B3F9D67365A}"/>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20D4FFB4-007A-B44A-8698-D43D037B3515}"/>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0" name="TextBox 99">
            <a:extLst>
              <a:ext uri="{FF2B5EF4-FFF2-40B4-BE49-F238E27FC236}">
                <a16:creationId xmlns:a16="http://schemas.microsoft.com/office/drawing/2014/main" id="{879D4E54-1AAB-F842-84E1-7B3E1BCF8A89}"/>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1" name="Рисунок 100">
            <a:extLst>
              <a:ext uri="{FF2B5EF4-FFF2-40B4-BE49-F238E27FC236}">
                <a16:creationId xmlns:a16="http://schemas.microsoft.com/office/drawing/2014/main" id="{9F6E8E67-2134-6746-9960-67133E72DEF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C7B065E1-3737-DA47-A21A-8C04F014A130}"/>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A2EB8D49-44A1-4A4F-A665-A3344CAA3365}"/>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09" name="Рисунок 108">
            <a:extLst>
              <a:ext uri="{FF2B5EF4-FFF2-40B4-BE49-F238E27FC236}">
                <a16:creationId xmlns:a16="http://schemas.microsoft.com/office/drawing/2014/main" id="{0A91E382-6A64-AB4E-BAB2-F264BD0B22C0}"/>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0" name="Прямоугольник 109">
            <a:extLst>
              <a:ext uri="{FF2B5EF4-FFF2-40B4-BE49-F238E27FC236}">
                <a16:creationId xmlns:a16="http://schemas.microsoft.com/office/drawing/2014/main" id="{D7B5DFA6-8E5D-4142-9A69-DBAB5A845C87}"/>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C05285A9-C78B-CA4F-B15E-86EC9B34D6BE}"/>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2" name="Рисунок 111">
            <a:extLst>
              <a:ext uri="{FF2B5EF4-FFF2-40B4-BE49-F238E27FC236}">
                <a16:creationId xmlns:a16="http://schemas.microsoft.com/office/drawing/2014/main" id="{E9E2D4E6-5E28-944A-A33C-6B1997C10EE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13" name="Прямоугольник 112">
            <a:extLst>
              <a:ext uri="{FF2B5EF4-FFF2-40B4-BE49-F238E27FC236}">
                <a16:creationId xmlns:a16="http://schemas.microsoft.com/office/drawing/2014/main" id="{BAB6EAD4-0B11-C842-BEB6-C727F45B5F9A}"/>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6884F00B-B497-4F4D-98B5-140F57BB5F00}"/>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5" name="Рисунок 114">
            <a:extLst>
              <a:ext uri="{FF2B5EF4-FFF2-40B4-BE49-F238E27FC236}">
                <a16:creationId xmlns:a16="http://schemas.microsoft.com/office/drawing/2014/main" id="{B2CFEE18-0D9B-604A-B78B-3204A7CEC07C}"/>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85" name="Прямоугольник 184">
            <a:extLst>
              <a:ext uri="{FF2B5EF4-FFF2-40B4-BE49-F238E27FC236}">
                <a16:creationId xmlns:a16="http://schemas.microsoft.com/office/drawing/2014/main" id="{890AE502-6D2D-9840-AA20-BE4F59893916}"/>
              </a:ext>
            </a:extLst>
          </p:cNvPr>
          <p:cNvSpPr/>
          <p:nvPr userDrawn="1"/>
        </p:nvSpPr>
        <p:spPr>
          <a:xfrm>
            <a:off x="0" y="5292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6" name="TextBox 185">
            <a:extLst>
              <a:ext uri="{FF2B5EF4-FFF2-40B4-BE49-F238E27FC236}">
                <a16:creationId xmlns:a16="http://schemas.microsoft.com/office/drawing/2014/main" id="{E20B85DD-FC8D-6241-9AA6-6C4DD4278170}"/>
              </a:ext>
            </a:extLst>
          </p:cNvPr>
          <p:cNvSpPr txBox="1"/>
          <p:nvPr userDrawn="1"/>
        </p:nvSpPr>
        <p:spPr>
          <a:xfrm>
            <a:off x="604489" y="5392584"/>
            <a:ext cx="1439290" cy="230832"/>
          </a:xfrm>
          <a:prstGeom prst="rect">
            <a:avLst/>
          </a:prstGeom>
          <a:noFill/>
        </p:spPr>
        <p:txBody>
          <a:bodyPr wrap="square" rtlCol="0" anchor="ctr">
            <a:spAutoFit/>
          </a:bodyPr>
          <a:lstStyle/>
          <a:p>
            <a:r>
              <a:rPr lang="en-US" sz="900" b="1" dirty="0">
                <a:solidFill>
                  <a:schemeClr val="bg1"/>
                </a:solidFill>
              </a:rPr>
              <a:t>IT-</a:t>
            </a:r>
            <a:r>
              <a:rPr lang="ru-RU" sz="900" b="1" dirty="0">
                <a:solidFill>
                  <a:schemeClr val="bg1"/>
                </a:solidFill>
              </a:rPr>
              <a:t>внедрения</a:t>
            </a:r>
          </a:p>
        </p:txBody>
      </p:sp>
      <p:pic>
        <p:nvPicPr>
          <p:cNvPr id="187" name="Рисунок 186">
            <a:extLst>
              <a:ext uri="{FF2B5EF4-FFF2-40B4-BE49-F238E27FC236}">
                <a16:creationId xmlns:a16="http://schemas.microsoft.com/office/drawing/2014/main" id="{58722B2D-4C96-8A4B-BB84-32A648579FA1}"/>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5364000"/>
            <a:ext cx="288000" cy="288000"/>
          </a:xfrm>
          <a:prstGeom prst="rect">
            <a:avLst/>
          </a:prstGeom>
        </p:spPr>
      </p:pic>
      <p:sp>
        <p:nvSpPr>
          <p:cNvPr id="53" name="Прямоугольник 52">
            <a:extLst>
              <a:ext uri="{FF2B5EF4-FFF2-40B4-BE49-F238E27FC236}">
                <a16:creationId xmlns:a16="http://schemas.microsoft.com/office/drawing/2014/main" id="{1C0D21BB-EDFE-D944-A87E-D59C6F702564}"/>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A0850A7D-A225-724F-B822-833A0B52EF2D}"/>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74418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4_Housekeeping dashboard">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BC8E6E5D-70F2-E24E-8A30-5CA5A090B08D}"/>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F30FEF1C-CDC7-324E-9731-D4FD1762AC6F}"/>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48DA50FF-3032-8C46-87C8-0834FD4A605A}"/>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FCF68C8F-D679-ED4D-9405-6C66367F54E3}"/>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C251325C-84DA-C841-AC5D-81DC5243AD3A}"/>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9A50D578-C8D0-0245-B07C-1B4EDA98D6D2}"/>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9C44079C-4446-A748-A098-EE007009CBB7}"/>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ABC53B92-3877-E24B-9891-0C324F843531}"/>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BDCB41B9-E853-0C43-9A5E-3BCF890CE556}"/>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27B3AF6D-DA74-9B4D-8AF5-0E04E2C64B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B98B1AC4-52D0-0049-9945-FCD3B7581CC1}"/>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CBC6A984-A57C-7C45-B4DB-1312F04E3AFD}"/>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27DFA1E5-0CA2-204B-91E7-A81F44A6494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487DB0E0-2302-BF49-8F24-15183E5A8FF5}"/>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931D5255-3E6C-5F46-917B-E67E45DC9CED}"/>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DC326296-C91A-2E46-AE36-E632D4C576A0}"/>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015693F7-2B66-D846-8B02-D11551B94B40}"/>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B88EA959-27DF-FA4D-8C28-7DE73B48C506}"/>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2AC9A54F-C03C-D642-B560-FA7B70135B8B}"/>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9794F5C4-9DCC-2D46-B91E-75A507CA2F52}"/>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6EB06C74-61BA-1744-B22E-AB27180DF331}"/>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27E936D3-0B22-4A45-9F9F-602D5766063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2334DA49-7E78-7D48-A3B1-9F9AF62CF641}"/>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C261CCDE-B025-6146-811E-C20EB9ACB2D7}"/>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A3ED3DEC-7028-B541-AFF7-361A8DFF78C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CC132977-CBD0-1B40-BF2A-E6FF59AF80D9}"/>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3E32EF39-2D0D-8144-869A-44EA3BD47CAC}"/>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84B360DE-1FA3-FE4F-BEB6-BDEB8C052FF8}"/>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D76E6F21-3381-5A4A-9A02-6598295AC25B}"/>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360E435E-DC06-424F-9B25-03E19F2829FD}"/>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72E8DA84-EB0C-6D4E-A5D9-5F91B14FFDA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1105A2AF-8021-1342-A513-2C12297B6C85}"/>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AE4AAA0E-410A-7648-9A48-D50E20C80673}"/>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E98BDE3E-31E1-444C-8A2F-855937B59810}"/>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41AC88E8-4267-E74E-879A-49276F0FE410}"/>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988A4365-A412-FC4E-8219-20BDF9EFAF35}"/>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104" name="Рисунок 103">
            <a:extLst>
              <a:ext uri="{FF2B5EF4-FFF2-40B4-BE49-F238E27FC236}">
                <a16:creationId xmlns:a16="http://schemas.microsoft.com/office/drawing/2014/main" id="{B5434D16-DD9A-0E4D-A71E-0CF0F7394F31}"/>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105" name="Прямоугольник 104">
            <a:extLst>
              <a:ext uri="{FF2B5EF4-FFF2-40B4-BE49-F238E27FC236}">
                <a16:creationId xmlns:a16="http://schemas.microsoft.com/office/drawing/2014/main" id="{B33C1554-F6DA-2640-BC95-C93B8E6FC73B}"/>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4336B050-6CEE-5644-8EEB-ECAA229171DD}"/>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9" name="Рисунок 108">
            <a:extLst>
              <a:ext uri="{FF2B5EF4-FFF2-40B4-BE49-F238E27FC236}">
                <a16:creationId xmlns:a16="http://schemas.microsoft.com/office/drawing/2014/main" id="{B96BF871-A2DF-CE41-A42E-6BEC4483A4CB}"/>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10" name="Прямоугольник 109">
            <a:extLst>
              <a:ext uri="{FF2B5EF4-FFF2-40B4-BE49-F238E27FC236}">
                <a16:creationId xmlns:a16="http://schemas.microsoft.com/office/drawing/2014/main" id="{3806C03E-9B04-5F41-BDCC-993EC18DF832}"/>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DFFE2BCB-A6B6-6247-8A04-6AE4A1B87345}"/>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12" name="Рисунок 111">
            <a:extLst>
              <a:ext uri="{FF2B5EF4-FFF2-40B4-BE49-F238E27FC236}">
                <a16:creationId xmlns:a16="http://schemas.microsoft.com/office/drawing/2014/main" id="{4F12502A-2D47-464D-BF73-F9DA9746347B}"/>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6" name="Прямоугольник 115">
            <a:extLst>
              <a:ext uri="{FF2B5EF4-FFF2-40B4-BE49-F238E27FC236}">
                <a16:creationId xmlns:a16="http://schemas.microsoft.com/office/drawing/2014/main" id="{D356A863-8ED0-104C-A979-011ADC9CA5F7}"/>
              </a:ext>
            </a:extLst>
          </p:cNvPr>
          <p:cNvSpPr/>
          <p:nvPr userDrawn="1"/>
        </p:nvSpPr>
        <p:spPr>
          <a:xfrm>
            <a:off x="0" y="615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7" name="TextBox 116">
            <a:extLst>
              <a:ext uri="{FF2B5EF4-FFF2-40B4-BE49-F238E27FC236}">
                <a16:creationId xmlns:a16="http://schemas.microsoft.com/office/drawing/2014/main" id="{E84BD71D-6511-D649-B681-40BF6DC15B69}"/>
              </a:ext>
            </a:extLst>
          </p:cNvPr>
          <p:cNvSpPr txBox="1"/>
          <p:nvPr userDrawn="1"/>
        </p:nvSpPr>
        <p:spPr>
          <a:xfrm>
            <a:off x="604489" y="6256584"/>
            <a:ext cx="1439290" cy="230832"/>
          </a:xfrm>
          <a:prstGeom prst="rect">
            <a:avLst/>
          </a:prstGeom>
          <a:noFill/>
        </p:spPr>
        <p:txBody>
          <a:bodyPr wrap="square" rtlCol="0" anchor="ctr">
            <a:spAutoFit/>
          </a:bodyPr>
          <a:lstStyle/>
          <a:p>
            <a:r>
              <a:rPr lang="ru-RU" sz="900" dirty="0">
                <a:solidFill>
                  <a:schemeClr val="bg2"/>
                </a:solidFill>
              </a:rPr>
              <a:t>Дополнительно</a:t>
            </a:r>
          </a:p>
        </p:txBody>
      </p:sp>
      <p:pic>
        <p:nvPicPr>
          <p:cNvPr id="118" name="Рисунок 117">
            <a:extLst>
              <a:ext uri="{FF2B5EF4-FFF2-40B4-BE49-F238E27FC236}">
                <a16:creationId xmlns:a16="http://schemas.microsoft.com/office/drawing/2014/main" id="{B801D65F-1EDC-3F4F-83D0-786DC17DA30F}"/>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6228000"/>
            <a:ext cx="288000" cy="288000"/>
          </a:xfrm>
          <a:prstGeom prst="rect">
            <a:avLst/>
          </a:prstGeom>
        </p:spPr>
      </p:pic>
      <p:sp>
        <p:nvSpPr>
          <p:cNvPr id="189" name="Прямоугольник 188">
            <a:extLst>
              <a:ext uri="{FF2B5EF4-FFF2-40B4-BE49-F238E27FC236}">
                <a16:creationId xmlns:a16="http://schemas.microsoft.com/office/drawing/2014/main" id="{8AE3B7E6-3007-2941-81A3-21BDEB2EC6B9}"/>
              </a:ext>
            </a:extLst>
          </p:cNvPr>
          <p:cNvSpPr/>
          <p:nvPr userDrawn="1"/>
        </p:nvSpPr>
        <p:spPr>
          <a:xfrm>
            <a:off x="0" y="5724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0" name="TextBox 189">
            <a:extLst>
              <a:ext uri="{FF2B5EF4-FFF2-40B4-BE49-F238E27FC236}">
                <a16:creationId xmlns:a16="http://schemas.microsoft.com/office/drawing/2014/main" id="{70010455-FBAE-194A-B4A7-9E0159C29FC4}"/>
              </a:ext>
            </a:extLst>
          </p:cNvPr>
          <p:cNvSpPr txBox="1"/>
          <p:nvPr userDrawn="1"/>
        </p:nvSpPr>
        <p:spPr>
          <a:xfrm>
            <a:off x="604489" y="5824584"/>
            <a:ext cx="1439290" cy="230832"/>
          </a:xfrm>
          <a:prstGeom prst="rect">
            <a:avLst/>
          </a:prstGeom>
          <a:noFill/>
        </p:spPr>
        <p:txBody>
          <a:bodyPr wrap="square" rtlCol="0" anchor="ctr">
            <a:spAutoFit/>
          </a:bodyPr>
          <a:lstStyle/>
          <a:p>
            <a:r>
              <a:rPr lang="en-US" sz="900" b="1" dirty="0">
                <a:solidFill>
                  <a:schemeClr val="bg1"/>
                </a:solidFill>
              </a:rPr>
              <a:t>Housekeeping dashboard</a:t>
            </a:r>
            <a:endParaRPr lang="ru-RU" sz="900" b="1" dirty="0">
              <a:solidFill>
                <a:schemeClr val="bg1"/>
              </a:solidFill>
            </a:endParaRPr>
          </a:p>
        </p:txBody>
      </p:sp>
      <p:pic>
        <p:nvPicPr>
          <p:cNvPr id="191" name="Рисунок 190">
            <a:extLst>
              <a:ext uri="{FF2B5EF4-FFF2-40B4-BE49-F238E27FC236}">
                <a16:creationId xmlns:a16="http://schemas.microsoft.com/office/drawing/2014/main" id="{56B9C68B-7BB9-884D-BEDC-D92335D82818}"/>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5796000"/>
            <a:ext cx="288000" cy="288000"/>
          </a:xfrm>
          <a:prstGeom prst="rect">
            <a:avLst/>
          </a:prstGeom>
        </p:spPr>
      </p:pic>
      <p:sp>
        <p:nvSpPr>
          <p:cNvPr id="53" name="Прямоугольник 52">
            <a:extLst>
              <a:ext uri="{FF2B5EF4-FFF2-40B4-BE49-F238E27FC236}">
                <a16:creationId xmlns:a16="http://schemas.microsoft.com/office/drawing/2014/main" id="{25D879A6-CBDA-ED4B-86CF-803AFB23ED49}"/>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F0A6CCB5-6DB2-C741-905E-C8246E9FB6BF}"/>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3" name="Рисунок 2"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5" name="Рисунок 4"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6" name="Рисунок 5"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7" name="Рисунок 6"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2901880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5_Дополнительно">
    <p:spTree>
      <p:nvGrpSpPr>
        <p:cNvPr id="1" name=""/>
        <p:cNvGrpSpPr/>
        <p:nvPr/>
      </p:nvGrpSpPr>
      <p:grpSpPr>
        <a:xfrm>
          <a:off x="0" y="0"/>
          <a:ext cx="0" cy="0"/>
          <a:chOff x="0" y="0"/>
          <a:chExt cx="0" cy="0"/>
        </a:xfrm>
      </p:grpSpPr>
      <p:sp>
        <p:nvSpPr>
          <p:cNvPr id="37" name="Прямоугольник 36">
            <a:extLst>
              <a:ext uri="{FF2B5EF4-FFF2-40B4-BE49-F238E27FC236}">
                <a16:creationId xmlns:a16="http://schemas.microsoft.com/office/drawing/2014/main" id="{D8782B54-09F5-FF48-9B91-5AF0B81A52BB}"/>
              </a:ext>
            </a:extLst>
          </p:cNvPr>
          <p:cNvSpPr/>
          <p:nvPr userDrawn="1"/>
        </p:nvSpPr>
        <p:spPr>
          <a:xfrm>
            <a:off x="2135560" y="1"/>
            <a:ext cx="10067198" cy="54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itle 1">
            <a:extLst>
              <a:ext uri="{FF2B5EF4-FFF2-40B4-BE49-F238E27FC236}">
                <a16:creationId xmlns:a16="http://schemas.microsoft.com/office/drawing/2014/main" id="{BB5AA8F6-C08B-CB4A-8762-DBC65E1FBF92}"/>
              </a:ext>
            </a:extLst>
          </p:cNvPr>
          <p:cNvSpPr>
            <a:spLocks noGrp="1"/>
          </p:cNvSpPr>
          <p:nvPr>
            <p:ph type="title"/>
          </p:nvPr>
        </p:nvSpPr>
        <p:spPr>
          <a:xfrm>
            <a:off x="2790783" y="1"/>
            <a:ext cx="6401561"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0" name="TextBox 89">
            <a:extLst>
              <a:ext uri="{FF2B5EF4-FFF2-40B4-BE49-F238E27FC236}">
                <a16:creationId xmlns:a16="http://schemas.microsoft.com/office/drawing/2014/main" id="{47EE5BF7-FE67-064C-BD00-33AACC8A266C}"/>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grpSp>
        <p:nvGrpSpPr>
          <p:cNvPr id="57" name="Группа 56">
            <a:extLst>
              <a:ext uri="{FF2B5EF4-FFF2-40B4-BE49-F238E27FC236}">
                <a16:creationId xmlns:a16="http://schemas.microsoft.com/office/drawing/2014/main" id="{B4E24D38-DAE0-A845-A2CC-FF4925853E28}"/>
              </a:ext>
            </a:extLst>
          </p:cNvPr>
          <p:cNvGrpSpPr/>
          <p:nvPr userDrawn="1"/>
        </p:nvGrpSpPr>
        <p:grpSpPr>
          <a:xfrm>
            <a:off x="0" y="-7200"/>
            <a:ext cx="2148770" cy="553998"/>
            <a:chOff x="0" y="11193"/>
            <a:chExt cx="2148770" cy="553998"/>
          </a:xfrm>
        </p:grpSpPr>
        <p:sp>
          <p:nvSpPr>
            <p:cNvPr id="58" name="Прямоугольник 57">
              <a:extLst>
                <a:ext uri="{FF2B5EF4-FFF2-40B4-BE49-F238E27FC236}">
                  <a16:creationId xmlns:a16="http://schemas.microsoft.com/office/drawing/2014/main" id="{D09FC5A9-0200-B340-B4FF-5E3472DDD361}"/>
                </a:ext>
              </a:extLst>
            </p:cNvPr>
            <p:cNvSpPr/>
            <p:nvPr userDrawn="1"/>
          </p:nvSpPr>
          <p:spPr>
            <a:xfrm>
              <a:off x="0" y="18393"/>
              <a:ext cx="2134800" cy="540000"/>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a:extLst>
                <a:ext uri="{FF2B5EF4-FFF2-40B4-BE49-F238E27FC236}">
                  <a16:creationId xmlns:a16="http://schemas.microsoft.com/office/drawing/2014/main" id="{2FBF37FB-131F-7F48-A501-AC2B06644F19}"/>
                </a:ext>
              </a:extLst>
            </p:cNvPr>
            <p:cNvSpPr txBox="1"/>
            <p:nvPr userDrawn="1"/>
          </p:nvSpPr>
          <p:spPr>
            <a:xfrm>
              <a:off x="13210" y="104793"/>
              <a:ext cx="886744" cy="369332"/>
            </a:xfrm>
            <a:prstGeom prst="rect">
              <a:avLst/>
            </a:prstGeom>
            <a:noFill/>
          </p:spPr>
          <p:txBody>
            <a:bodyPr wrap="square" rtlCol="0" anchor="ctr">
              <a:spAutoFit/>
            </a:bodyPr>
            <a:lstStyle/>
            <a:p>
              <a:pPr algn="ctr"/>
              <a:r>
                <a:rPr lang="en-US" b="1" dirty="0">
                  <a:solidFill>
                    <a:schemeClr val="bg2"/>
                  </a:solidFill>
                </a:rPr>
                <a:t>ERM</a:t>
              </a:r>
              <a:endParaRPr lang="ru-RU" b="1" dirty="0">
                <a:solidFill>
                  <a:schemeClr val="bg2"/>
                </a:solidFill>
              </a:endParaRPr>
            </a:p>
          </p:txBody>
        </p:sp>
        <p:sp>
          <p:nvSpPr>
            <p:cNvPr id="60" name="TextBox 59">
              <a:extLst>
                <a:ext uri="{FF2B5EF4-FFF2-40B4-BE49-F238E27FC236}">
                  <a16:creationId xmlns:a16="http://schemas.microsoft.com/office/drawing/2014/main" id="{D74756C2-0474-F745-86EE-35A0D1F8FBE8}"/>
                </a:ext>
              </a:extLst>
            </p:cNvPr>
            <p:cNvSpPr txBox="1"/>
            <p:nvPr userDrawn="1"/>
          </p:nvSpPr>
          <p:spPr>
            <a:xfrm>
              <a:off x="827946" y="11193"/>
              <a:ext cx="1320824" cy="553998"/>
            </a:xfrm>
            <a:prstGeom prst="rect">
              <a:avLst/>
            </a:prstGeom>
            <a:noFill/>
          </p:spPr>
          <p:txBody>
            <a:bodyPr wrap="square" rtlCol="0" anchor="ctr">
              <a:spAutoFit/>
            </a:bodyPr>
            <a:lstStyle/>
            <a:p>
              <a:r>
                <a:rPr lang="ru-RU" sz="1000" dirty="0">
                  <a:solidFill>
                    <a:schemeClr val="bg2"/>
                  </a:solidFill>
                </a:rPr>
                <a:t>Департамент интегрированного </a:t>
              </a:r>
            </a:p>
            <a:p>
              <a:r>
                <a:rPr lang="ru-RU" sz="1000" dirty="0">
                  <a:solidFill>
                    <a:schemeClr val="bg2"/>
                  </a:solidFill>
                </a:rPr>
                <a:t>риск-менеджмента</a:t>
              </a:r>
            </a:p>
          </p:txBody>
        </p:sp>
      </p:grpSp>
      <p:sp>
        <p:nvSpPr>
          <p:cNvPr id="62" name="Прямоугольник 61">
            <a:extLst>
              <a:ext uri="{FF2B5EF4-FFF2-40B4-BE49-F238E27FC236}">
                <a16:creationId xmlns:a16="http://schemas.microsoft.com/office/drawing/2014/main" id="{D557E184-5A8E-074E-A890-C6F394D26181}"/>
              </a:ext>
            </a:extLst>
          </p:cNvPr>
          <p:cNvSpPr/>
          <p:nvPr userDrawn="1"/>
        </p:nvSpPr>
        <p:spPr>
          <a:xfrm>
            <a:off x="0" y="313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B136CCC9-B874-964A-9353-16FC33392E7E}"/>
              </a:ext>
            </a:extLst>
          </p:cNvPr>
          <p:cNvSpPr txBox="1"/>
          <p:nvPr userDrawn="1"/>
        </p:nvSpPr>
        <p:spPr>
          <a:xfrm>
            <a:off x="604489" y="3232584"/>
            <a:ext cx="1439290" cy="230832"/>
          </a:xfrm>
          <a:prstGeom prst="rect">
            <a:avLst/>
          </a:prstGeom>
          <a:noFill/>
        </p:spPr>
        <p:txBody>
          <a:bodyPr wrap="square" rtlCol="0" anchor="ctr">
            <a:spAutoFit/>
          </a:bodyPr>
          <a:lstStyle/>
          <a:p>
            <a:r>
              <a:rPr lang="en-US" sz="900" dirty="0">
                <a:solidFill>
                  <a:schemeClr val="bg2"/>
                </a:solidFill>
              </a:rPr>
              <a:t>Risk Model Governance</a:t>
            </a:r>
            <a:endParaRPr lang="ru-RU" sz="900" dirty="0">
              <a:solidFill>
                <a:schemeClr val="bg2"/>
              </a:solidFill>
            </a:endParaRPr>
          </a:p>
        </p:txBody>
      </p:sp>
      <p:pic>
        <p:nvPicPr>
          <p:cNvPr id="64" name="Рисунок 63">
            <a:extLst>
              <a:ext uri="{FF2B5EF4-FFF2-40B4-BE49-F238E27FC236}">
                <a16:creationId xmlns:a16="http://schemas.microsoft.com/office/drawing/2014/main" id="{723B0DE7-EA2E-7647-BFF2-F0F88DDEE4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271" y="3204000"/>
            <a:ext cx="288000" cy="288000"/>
          </a:xfrm>
          <a:prstGeom prst="rect">
            <a:avLst/>
          </a:prstGeom>
        </p:spPr>
      </p:pic>
      <p:sp>
        <p:nvSpPr>
          <p:cNvPr id="65" name="Прямоугольник 64">
            <a:extLst>
              <a:ext uri="{FF2B5EF4-FFF2-40B4-BE49-F238E27FC236}">
                <a16:creationId xmlns:a16="http://schemas.microsoft.com/office/drawing/2014/main" id="{AF03B150-8FEF-4146-9948-924FF8312163}"/>
              </a:ext>
            </a:extLst>
          </p:cNvPr>
          <p:cNvSpPr/>
          <p:nvPr userDrawn="1"/>
        </p:nvSpPr>
        <p:spPr>
          <a:xfrm>
            <a:off x="0" y="270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Box 65">
            <a:extLst>
              <a:ext uri="{FF2B5EF4-FFF2-40B4-BE49-F238E27FC236}">
                <a16:creationId xmlns:a16="http://schemas.microsoft.com/office/drawing/2014/main" id="{0F1BC41A-4AC5-D544-9430-F8CCFEB0144B}"/>
              </a:ext>
            </a:extLst>
          </p:cNvPr>
          <p:cNvSpPr txBox="1"/>
          <p:nvPr userDrawn="1"/>
        </p:nvSpPr>
        <p:spPr>
          <a:xfrm>
            <a:off x="604489" y="2800584"/>
            <a:ext cx="1439290" cy="230832"/>
          </a:xfrm>
          <a:prstGeom prst="rect">
            <a:avLst/>
          </a:prstGeom>
          <a:noFill/>
        </p:spPr>
        <p:txBody>
          <a:bodyPr wrap="square" rtlCol="0" anchor="ctr">
            <a:spAutoFit/>
          </a:bodyPr>
          <a:lstStyle/>
          <a:p>
            <a:r>
              <a:rPr lang="en-US" sz="900" dirty="0">
                <a:solidFill>
                  <a:schemeClr val="bg2"/>
                </a:solidFill>
              </a:rPr>
              <a:t>Risk Data Governance</a:t>
            </a:r>
            <a:endParaRPr lang="ru-RU" sz="900" dirty="0">
              <a:solidFill>
                <a:schemeClr val="bg2"/>
              </a:solidFill>
            </a:endParaRPr>
          </a:p>
        </p:txBody>
      </p:sp>
      <p:pic>
        <p:nvPicPr>
          <p:cNvPr id="67" name="Рисунок 66">
            <a:extLst>
              <a:ext uri="{FF2B5EF4-FFF2-40B4-BE49-F238E27FC236}">
                <a16:creationId xmlns:a16="http://schemas.microsoft.com/office/drawing/2014/main" id="{095B8517-A845-E948-A6BD-A1AB41C76D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271" y="2772000"/>
            <a:ext cx="288000" cy="288000"/>
          </a:xfrm>
          <a:prstGeom prst="rect">
            <a:avLst/>
          </a:prstGeom>
        </p:spPr>
      </p:pic>
      <p:sp>
        <p:nvSpPr>
          <p:cNvPr id="68" name="Прямоугольник 67">
            <a:extLst>
              <a:ext uri="{FF2B5EF4-FFF2-40B4-BE49-F238E27FC236}">
                <a16:creationId xmlns:a16="http://schemas.microsoft.com/office/drawing/2014/main" id="{11CD41B4-58C4-7349-BA2D-618DF6701CB6}"/>
              </a:ext>
            </a:extLst>
          </p:cNvPr>
          <p:cNvSpPr/>
          <p:nvPr userDrawn="1"/>
        </p:nvSpPr>
        <p:spPr>
          <a:xfrm>
            <a:off x="0" y="226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F6BD64F6-CE5D-9F46-9D0F-691CC9848852}"/>
              </a:ext>
            </a:extLst>
          </p:cNvPr>
          <p:cNvSpPr txBox="1"/>
          <p:nvPr userDrawn="1"/>
        </p:nvSpPr>
        <p:spPr>
          <a:xfrm>
            <a:off x="604489" y="2299334"/>
            <a:ext cx="1439290" cy="369332"/>
          </a:xfrm>
          <a:prstGeom prst="rect">
            <a:avLst/>
          </a:prstGeom>
          <a:noFill/>
        </p:spPr>
        <p:txBody>
          <a:bodyPr wrap="square" rtlCol="0" anchor="ctr">
            <a:spAutoFit/>
          </a:bodyPr>
          <a:lstStyle/>
          <a:p>
            <a:r>
              <a:rPr lang="ru-RU" sz="900" dirty="0" err="1">
                <a:solidFill>
                  <a:schemeClr val="bg2"/>
                </a:solidFill>
              </a:rPr>
              <a:t>Страновой</a:t>
            </a:r>
            <a:r>
              <a:rPr lang="ru-RU" sz="900" dirty="0">
                <a:solidFill>
                  <a:schemeClr val="bg2"/>
                </a:solidFill>
              </a:rPr>
              <a:t> риск, залоги, групповая методология</a:t>
            </a:r>
          </a:p>
        </p:txBody>
      </p:sp>
      <p:pic>
        <p:nvPicPr>
          <p:cNvPr id="70" name="Рисунок 69">
            <a:extLst>
              <a:ext uri="{FF2B5EF4-FFF2-40B4-BE49-F238E27FC236}">
                <a16:creationId xmlns:a16="http://schemas.microsoft.com/office/drawing/2014/main" id="{73BAFEF7-2D2A-064A-B22A-84845B1BC5B3}"/>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69271" y="2340000"/>
            <a:ext cx="288000" cy="288000"/>
          </a:xfrm>
          <a:prstGeom prst="rect">
            <a:avLst/>
          </a:prstGeom>
        </p:spPr>
      </p:pic>
      <p:sp>
        <p:nvSpPr>
          <p:cNvPr id="71" name="Прямоугольник 70">
            <a:extLst>
              <a:ext uri="{FF2B5EF4-FFF2-40B4-BE49-F238E27FC236}">
                <a16:creationId xmlns:a16="http://schemas.microsoft.com/office/drawing/2014/main" id="{2DAFC37C-AF10-1546-B7DF-798FD68E4CDE}"/>
              </a:ext>
            </a:extLst>
          </p:cNvPr>
          <p:cNvSpPr/>
          <p:nvPr userDrawn="1"/>
        </p:nvSpPr>
        <p:spPr>
          <a:xfrm>
            <a:off x="0" y="183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Box 71">
            <a:extLst>
              <a:ext uri="{FF2B5EF4-FFF2-40B4-BE49-F238E27FC236}">
                <a16:creationId xmlns:a16="http://schemas.microsoft.com/office/drawing/2014/main" id="{A4F2405B-DFB1-DA4D-99DA-87D6F23A4251}"/>
              </a:ext>
            </a:extLst>
          </p:cNvPr>
          <p:cNvSpPr txBox="1"/>
          <p:nvPr userDrawn="1"/>
        </p:nvSpPr>
        <p:spPr>
          <a:xfrm>
            <a:off x="604489" y="1867334"/>
            <a:ext cx="1439290" cy="369332"/>
          </a:xfrm>
          <a:prstGeom prst="rect">
            <a:avLst/>
          </a:prstGeom>
          <a:noFill/>
        </p:spPr>
        <p:txBody>
          <a:bodyPr wrap="square" rtlCol="0" anchor="ctr">
            <a:spAutoFit/>
          </a:bodyPr>
          <a:lstStyle/>
          <a:p>
            <a:r>
              <a:rPr lang="ru-RU" sz="900" dirty="0">
                <a:solidFill>
                  <a:schemeClr val="bg2"/>
                </a:solidFill>
              </a:rPr>
              <a:t>Портфельный риск-менеджмент</a:t>
            </a:r>
          </a:p>
        </p:txBody>
      </p:sp>
      <p:pic>
        <p:nvPicPr>
          <p:cNvPr id="73" name="Рисунок 72">
            <a:extLst>
              <a:ext uri="{FF2B5EF4-FFF2-40B4-BE49-F238E27FC236}">
                <a16:creationId xmlns:a16="http://schemas.microsoft.com/office/drawing/2014/main" id="{43A06FF3-64A6-464C-A7B3-879FC42C0BB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69271" y="1908000"/>
            <a:ext cx="288000" cy="288000"/>
          </a:xfrm>
          <a:prstGeom prst="rect">
            <a:avLst/>
          </a:prstGeom>
        </p:spPr>
      </p:pic>
      <p:sp>
        <p:nvSpPr>
          <p:cNvPr id="74" name="Прямоугольник 73">
            <a:extLst>
              <a:ext uri="{FF2B5EF4-FFF2-40B4-BE49-F238E27FC236}">
                <a16:creationId xmlns:a16="http://schemas.microsoft.com/office/drawing/2014/main" id="{1965265F-8368-CE4E-AA9C-1CBADD449870}"/>
              </a:ext>
            </a:extLst>
          </p:cNvPr>
          <p:cNvSpPr/>
          <p:nvPr userDrawn="1"/>
        </p:nvSpPr>
        <p:spPr>
          <a:xfrm>
            <a:off x="0" y="4428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3861ED43-2259-4A41-8446-781F203172B9}"/>
              </a:ext>
            </a:extLst>
          </p:cNvPr>
          <p:cNvSpPr txBox="1"/>
          <p:nvPr userDrawn="1"/>
        </p:nvSpPr>
        <p:spPr>
          <a:xfrm>
            <a:off x="604489" y="4528584"/>
            <a:ext cx="1439290" cy="230832"/>
          </a:xfrm>
          <a:prstGeom prst="rect">
            <a:avLst/>
          </a:prstGeom>
          <a:noFill/>
        </p:spPr>
        <p:txBody>
          <a:bodyPr wrap="square" rtlCol="0" anchor="ctr">
            <a:spAutoFit/>
          </a:bodyPr>
          <a:lstStyle/>
          <a:p>
            <a:r>
              <a:rPr lang="ru-RU" sz="900" dirty="0" err="1">
                <a:solidFill>
                  <a:schemeClr val="bg2"/>
                </a:solidFill>
              </a:rPr>
              <a:t>Технориск</a:t>
            </a:r>
            <a:endParaRPr lang="ru-RU" sz="900" dirty="0">
              <a:solidFill>
                <a:schemeClr val="bg2"/>
              </a:solidFill>
            </a:endParaRPr>
          </a:p>
        </p:txBody>
      </p:sp>
      <p:pic>
        <p:nvPicPr>
          <p:cNvPr id="76" name="Рисунок 75">
            <a:extLst>
              <a:ext uri="{FF2B5EF4-FFF2-40B4-BE49-F238E27FC236}">
                <a16:creationId xmlns:a16="http://schemas.microsoft.com/office/drawing/2014/main" id="{74A212F8-6C9B-9348-9AA2-FA83D33980A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271" y="4500000"/>
            <a:ext cx="288000" cy="288000"/>
          </a:xfrm>
          <a:prstGeom prst="rect">
            <a:avLst/>
          </a:prstGeom>
        </p:spPr>
      </p:pic>
      <p:sp>
        <p:nvSpPr>
          <p:cNvPr id="77" name="Прямоугольник 76">
            <a:extLst>
              <a:ext uri="{FF2B5EF4-FFF2-40B4-BE49-F238E27FC236}">
                <a16:creationId xmlns:a16="http://schemas.microsoft.com/office/drawing/2014/main" id="{0C22D92A-0F7A-5840-A64B-9BBF7B142252}"/>
              </a:ext>
            </a:extLst>
          </p:cNvPr>
          <p:cNvSpPr/>
          <p:nvPr userDrawn="1"/>
        </p:nvSpPr>
        <p:spPr>
          <a:xfrm>
            <a:off x="0" y="356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94DA328A-2023-0D4B-A9C7-37DEEB53C7D8}"/>
              </a:ext>
            </a:extLst>
          </p:cNvPr>
          <p:cNvSpPr txBox="1"/>
          <p:nvPr userDrawn="1"/>
        </p:nvSpPr>
        <p:spPr>
          <a:xfrm>
            <a:off x="604489" y="3664584"/>
            <a:ext cx="1439290" cy="230832"/>
          </a:xfrm>
          <a:prstGeom prst="rect">
            <a:avLst/>
          </a:prstGeom>
          <a:noFill/>
        </p:spPr>
        <p:txBody>
          <a:bodyPr wrap="square" rtlCol="0" anchor="ctr">
            <a:spAutoFit/>
          </a:bodyPr>
          <a:lstStyle/>
          <a:p>
            <a:r>
              <a:rPr lang="ru-RU" sz="900" dirty="0">
                <a:solidFill>
                  <a:schemeClr val="bg2"/>
                </a:solidFill>
              </a:rPr>
              <a:t>Риски банковской книги</a:t>
            </a:r>
          </a:p>
        </p:txBody>
      </p:sp>
      <p:pic>
        <p:nvPicPr>
          <p:cNvPr id="79" name="Рисунок 78">
            <a:extLst>
              <a:ext uri="{FF2B5EF4-FFF2-40B4-BE49-F238E27FC236}">
                <a16:creationId xmlns:a16="http://schemas.microsoft.com/office/drawing/2014/main" id="{FB1DF208-643C-9747-BF21-F947E9889391}"/>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271" y="3636000"/>
            <a:ext cx="288000" cy="288000"/>
          </a:xfrm>
          <a:prstGeom prst="rect">
            <a:avLst/>
          </a:prstGeom>
        </p:spPr>
      </p:pic>
      <p:sp>
        <p:nvSpPr>
          <p:cNvPr id="80" name="Прямоугольник 79">
            <a:extLst>
              <a:ext uri="{FF2B5EF4-FFF2-40B4-BE49-F238E27FC236}">
                <a16:creationId xmlns:a16="http://schemas.microsoft.com/office/drawing/2014/main" id="{3BEA8ED4-7390-9046-AA7E-6EFFD312E539}"/>
              </a:ext>
            </a:extLst>
          </p:cNvPr>
          <p:cNvSpPr/>
          <p:nvPr userDrawn="1"/>
        </p:nvSpPr>
        <p:spPr>
          <a:xfrm>
            <a:off x="0" y="3996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8A0D4B8C-45C3-3048-BCC5-2DBC75721F47}"/>
              </a:ext>
            </a:extLst>
          </p:cNvPr>
          <p:cNvSpPr txBox="1"/>
          <p:nvPr userDrawn="1"/>
        </p:nvSpPr>
        <p:spPr>
          <a:xfrm>
            <a:off x="604489" y="4096584"/>
            <a:ext cx="1439290" cy="230832"/>
          </a:xfrm>
          <a:prstGeom prst="rect">
            <a:avLst/>
          </a:prstGeom>
          <a:noFill/>
        </p:spPr>
        <p:txBody>
          <a:bodyPr wrap="square" rtlCol="0" anchor="ctr">
            <a:spAutoFit/>
          </a:bodyPr>
          <a:lstStyle/>
          <a:p>
            <a:r>
              <a:rPr lang="en-US" sz="900" dirty="0" err="1">
                <a:solidFill>
                  <a:schemeClr val="bg2"/>
                </a:solidFill>
              </a:rPr>
              <a:t>Опер</a:t>
            </a:r>
            <a:r>
              <a:rPr lang="ru-RU" sz="900" dirty="0" err="1">
                <a:solidFill>
                  <a:schemeClr val="bg2"/>
                </a:solidFill>
              </a:rPr>
              <a:t>ационный</a:t>
            </a:r>
            <a:r>
              <a:rPr lang="ru-RU" sz="900" dirty="0">
                <a:solidFill>
                  <a:schemeClr val="bg2"/>
                </a:solidFill>
              </a:rPr>
              <a:t> риск</a:t>
            </a:r>
          </a:p>
        </p:txBody>
      </p:sp>
      <p:pic>
        <p:nvPicPr>
          <p:cNvPr id="82" name="Рисунок 81">
            <a:extLst>
              <a:ext uri="{FF2B5EF4-FFF2-40B4-BE49-F238E27FC236}">
                <a16:creationId xmlns:a16="http://schemas.microsoft.com/office/drawing/2014/main" id="{2676D885-46BC-4B44-B3A3-BBFF9928123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271" y="4068000"/>
            <a:ext cx="288000" cy="288000"/>
          </a:xfrm>
          <a:prstGeom prst="rect">
            <a:avLst/>
          </a:prstGeom>
        </p:spPr>
      </p:pic>
      <p:sp>
        <p:nvSpPr>
          <p:cNvPr id="83" name="Прямоугольник 82">
            <a:extLst>
              <a:ext uri="{FF2B5EF4-FFF2-40B4-BE49-F238E27FC236}">
                <a16:creationId xmlns:a16="http://schemas.microsoft.com/office/drawing/2014/main" id="{51B97417-22BE-B643-AF16-00D97D7BADAA}"/>
              </a:ext>
            </a:extLst>
          </p:cNvPr>
          <p:cNvSpPr/>
          <p:nvPr userDrawn="1"/>
        </p:nvSpPr>
        <p:spPr>
          <a:xfrm>
            <a:off x="0" y="97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6F2D877A-6916-8845-AB04-AD1A2047FBF0}"/>
              </a:ext>
            </a:extLst>
          </p:cNvPr>
          <p:cNvSpPr txBox="1"/>
          <p:nvPr userDrawn="1"/>
        </p:nvSpPr>
        <p:spPr>
          <a:xfrm>
            <a:off x="604489" y="1072584"/>
            <a:ext cx="1439290" cy="230832"/>
          </a:xfrm>
          <a:prstGeom prst="rect">
            <a:avLst/>
          </a:prstGeom>
          <a:noFill/>
        </p:spPr>
        <p:txBody>
          <a:bodyPr wrap="square" rtlCol="0" anchor="ctr">
            <a:spAutoFit/>
          </a:bodyPr>
          <a:lstStyle/>
          <a:p>
            <a:r>
              <a:rPr lang="ru-RU" sz="900" dirty="0">
                <a:solidFill>
                  <a:schemeClr val="bg2"/>
                </a:solidFill>
              </a:rPr>
              <a:t>Календарь событий</a:t>
            </a:r>
          </a:p>
        </p:txBody>
      </p:sp>
      <p:pic>
        <p:nvPicPr>
          <p:cNvPr id="85" name="Рисунок 84">
            <a:extLst>
              <a:ext uri="{FF2B5EF4-FFF2-40B4-BE49-F238E27FC236}">
                <a16:creationId xmlns:a16="http://schemas.microsoft.com/office/drawing/2014/main" id="{72C0460A-0A47-F84E-83AB-675E887F677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271" y="1044000"/>
            <a:ext cx="288000" cy="288000"/>
          </a:xfrm>
          <a:prstGeom prst="rect">
            <a:avLst/>
          </a:prstGeom>
        </p:spPr>
      </p:pic>
      <p:sp>
        <p:nvSpPr>
          <p:cNvPr id="86" name="Прямоугольник 85">
            <a:extLst>
              <a:ext uri="{FF2B5EF4-FFF2-40B4-BE49-F238E27FC236}">
                <a16:creationId xmlns:a16="http://schemas.microsoft.com/office/drawing/2014/main" id="{961A2AB0-4F3F-9749-8AB5-D4BD15FA30C1}"/>
              </a:ext>
            </a:extLst>
          </p:cNvPr>
          <p:cNvSpPr/>
          <p:nvPr userDrawn="1"/>
        </p:nvSpPr>
        <p:spPr>
          <a:xfrm>
            <a:off x="0" y="486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a:extLst>
              <a:ext uri="{FF2B5EF4-FFF2-40B4-BE49-F238E27FC236}">
                <a16:creationId xmlns:a16="http://schemas.microsoft.com/office/drawing/2014/main" id="{355732E1-C24D-1F45-B0E1-F9A53BD8567B}"/>
              </a:ext>
            </a:extLst>
          </p:cNvPr>
          <p:cNvSpPr txBox="1"/>
          <p:nvPr userDrawn="1"/>
        </p:nvSpPr>
        <p:spPr>
          <a:xfrm>
            <a:off x="604489" y="4960584"/>
            <a:ext cx="1439290" cy="230832"/>
          </a:xfrm>
          <a:prstGeom prst="rect">
            <a:avLst/>
          </a:prstGeom>
          <a:noFill/>
        </p:spPr>
        <p:txBody>
          <a:bodyPr wrap="square" rtlCol="0" anchor="ctr">
            <a:spAutoFit/>
          </a:bodyPr>
          <a:lstStyle/>
          <a:p>
            <a:r>
              <a:rPr lang="ru-RU" sz="900" dirty="0">
                <a:solidFill>
                  <a:schemeClr val="bg2"/>
                </a:solidFill>
              </a:rPr>
              <a:t>Пруденциальный офис</a:t>
            </a:r>
          </a:p>
        </p:txBody>
      </p:sp>
      <p:pic>
        <p:nvPicPr>
          <p:cNvPr id="88" name="Рисунок 87">
            <a:extLst>
              <a:ext uri="{FF2B5EF4-FFF2-40B4-BE49-F238E27FC236}">
                <a16:creationId xmlns:a16="http://schemas.microsoft.com/office/drawing/2014/main" id="{BC9FE514-F8C2-7849-A6A4-8F925DF33B09}"/>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69271" y="4932000"/>
            <a:ext cx="288000" cy="288000"/>
          </a:xfrm>
          <a:prstGeom prst="rect">
            <a:avLst/>
          </a:prstGeom>
        </p:spPr>
      </p:pic>
      <p:sp>
        <p:nvSpPr>
          <p:cNvPr id="89" name="Прямоугольник 88">
            <a:extLst>
              <a:ext uri="{FF2B5EF4-FFF2-40B4-BE49-F238E27FC236}">
                <a16:creationId xmlns:a16="http://schemas.microsoft.com/office/drawing/2014/main" id="{470711CE-745D-E540-93A5-CAA08FC072AC}"/>
              </a:ext>
            </a:extLst>
          </p:cNvPr>
          <p:cNvSpPr/>
          <p:nvPr userDrawn="1"/>
        </p:nvSpPr>
        <p:spPr>
          <a:xfrm>
            <a:off x="0" y="140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TextBox 96">
            <a:extLst>
              <a:ext uri="{FF2B5EF4-FFF2-40B4-BE49-F238E27FC236}">
                <a16:creationId xmlns:a16="http://schemas.microsoft.com/office/drawing/2014/main" id="{7DB94F94-F1F4-EF40-A063-120B87083725}"/>
              </a:ext>
            </a:extLst>
          </p:cNvPr>
          <p:cNvSpPr txBox="1"/>
          <p:nvPr userDrawn="1"/>
        </p:nvSpPr>
        <p:spPr>
          <a:xfrm>
            <a:off x="604489" y="1504584"/>
            <a:ext cx="1439290" cy="230832"/>
          </a:xfrm>
          <a:prstGeom prst="rect">
            <a:avLst/>
          </a:prstGeom>
          <a:noFill/>
        </p:spPr>
        <p:txBody>
          <a:bodyPr wrap="square" rtlCol="0" anchor="ctr">
            <a:spAutoFit/>
          </a:bodyPr>
          <a:lstStyle/>
          <a:p>
            <a:r>
              <a:rPr lang="ru-RU" sz="900" dirty="0">
                <a:solidFill>
                  <a:schemeClr val="bg2"/>
                </a:solidFill>
              </a:rPr>
              <a:t>Приоритеты недели</a:t>
            </a:r>
          </a:p>
        </p:txBody>
      </p:sp>
      <p:pic>
        <p:nvPicPr>
          <p:cNvPr id="98" name="Рисунок 97">
            <a:extLst>
              <a:ext uri="{FF2B5EF4-FFF2-40B4-BE49-F238E27FC236}">
                <a16:creationId xmlns:a16="http://schemas.microsoft.com/office/drawing/2014/main" id="{EA639D4A-E876-A344-91CF-9C0FCC13939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69270" y="1476000"/>
            <a:ext cx="288000" cy="288000"/>
          </a:xfrm>
          <a:prstGeom prst="rect">
            <a:avLst/>
          </a:prstGeom>
        </p:spPr>
      </p:pic>
      <p:sp>
        <p:nvSpPr>
          <p:cNvPr id="99" name="Прямоугольник 98">
            <a:extLst>
              <a:ext uri="{FF2B5EF4-FFF2-40B4-BE49-F238E27FC236}">
                <a16:creationId xmlns:a16="http://schemas.microsoft.com/office/drawing/2014/main" id="{ED1372D9-E19A-8544-85B7-028DAB7C8067}"/>
              </a:ext>
            </a:extLst>
          </p:cNvPr>
          <p:cNvSpPr/>
          <p:nvPr userDrawn="1"/>
        </p:nvSpPr>
        <p:spPr>
          <a:xfrm>
            <a:off x="0" y="5292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Box 102">
            <a:extLst>
              <a:ext uri="{FF2B5EF4-FFF2-40B4-BE49-F238E27FC236}">
                <a16:creationId xmlns:a16="http://schemas.microsoft.com/office/drawing/2014/main" id="{92A15AAB-9DFA-7149-B982-CCAC4152CDE7}"/>
              </a:ext>
            </a:extLst>
          </p:cNvPr>
          <p:cNvSpPr txBox="1"/>
          <p:nvPr userDrawn="1"/>
        </p:nvSpPr>
        <p:spPr>
          <a:xfrm>
            <a:off x="604489" y="5392584"/>
            <a:ext cx="1439290" cy="230832"/>
          </a:xfrm>
          <a:prstGeom prst="rect">
            <a:avLst/>
          </a:prstGeom>
          <a:noFill/>
        </p:spPr>
        <p:txBody>
          <a:bodyPr wrap="square" rtlCol="0" anchor="ctr">
            <a:spAutoFit/>
          </a:bodyPr>
          <a:lstStyle/>
          <a:p>
            <a:r>
              <a:rPr lang="en-US" sz="900" dirty="0">
                <a:solidFill>
                  <a:schemeClr val="bg2"/>
                </a:solidFill>
              </a:rPr>
              <a:t>IT-</a:t>
            </a:r>
            <a:r>
              <a:rPr lang="ru-RU" sz="900" dirty="0">
                <a:solidFill>
                  <a:schemeClr val="bg2"/>
                </a:solidFill>
              </a:rPr>
              <a:t>внедрения</a:t>
            </a:r>
          </a:p>
        </p:txBody>
      </p:sp>
      <p:pic>
        <p:nvPicPr>
          <p:cNvPr id="104" name="Рисунок 103">
            <a:extLst>
              <a:ext uri="{FF2B5EF4-FFF2-40B4-BE49-F238E27FC236}">
                <a16:creationId xmlns:a16="http://schemas.microsoft.com/office/drawing/2014/main" id="{8EDC4888-B047-1845-B6D1-DBA16E92882E}"/>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69270" y="5364000"/>
            <a:ext cx="288000" cy="288000"/>
          </a:xfrm>
          <a:prstGeom prst="rect">
            <a:avLst/>
          </a:prstGeom>
        </p:spPr>
      </p:pic>
      <p:sp>
        <p:nvSpPr>
          <p:cNvPr id="105" name="Прямоугольник 104">
            <a:extLst>
              <a:ext uri="{FF2B5EF4-FFF2-40B4-BE49-F238E27FC236}">
                <a16:creationId xmlns:a16="http://schemas.microsoft.com/office/drawing/2014/main" id="{938976E7-9CA7-524B-A9C5-18EBA5BC2F94}"/>
              </a:ext>
            </a:extLst>
          </p:cNvPr>
          <p:cNvSpPr/>
          <p:nvPr userDrawn="1"/>
        </p:nvSpPr>
        <p:spPr>
          <a:xfrm>
            <a:off x="0" y="540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TextBox 107">
            <a:extLst>
              <a:ext uri="{FF2B5EF4-FFF2-40B4-BE49-F238E27FC236}">
                <a16:creationId xmlns:a16="http://schemas.microsoft.com/office/drawing/2014/main" id="{F46D6FD2-8B82-EA44-8518-4593379245C9}"/>
              </a:ext>
            </a:extLst>
          </p:cNvPr>
          <p:cNvSpPr txBox="1"/>
          <p:nvPr userDrawn="1"/>
        </p:nvSpPr>
        <p:spPr>
          <a:xfrm>
            <a:off x="604489" y="640584"/>
            <a:ext cx="1439290" cy="230832"/>
          </a:xfrm>
          <a:prstGeom prst="rect">
            <a:avLst/>
          </a:prstGeom>
          <a:noFill/>
        </p:spPr>
        <p:txBody>
          <a:bodyPr wrap="square" rtlCol="0" anchor="ctr">
            <a:spAutoFit/>
          </a:bodyPr>
          <a:lstStyle/>
          <a:p>
            <a:r>
              <a:rPr lang="ru-RU" sz="900" dirty="0">
                <a:solidFill>
                  <a:schemeClr val="bg2"/>
                </a:solidFill>
              </a:rPr>
              <a:t>Мониторинг КПЭ</a:t>
            </a:r>
          </a:p>
        </p:txBody>
      </p:sp>
      <p:pic>
        <p:nvPicPr>
          <p:cNvPr id="109" name="Рисунок 108">
            <a:extLst>
              <a:ext uri="{FF2B5EF4-FFF2-40B4-BE49-F238E27FC236}">
                <a16:creationId xmlns:a16="http://schemas.microsoft.com/office/drawing/2014/main" id="{FC14728E-78BB-3647-BF71-98573E246A0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69271" y="612000"/>
            <a:ext cx="288000" cy="288000"/>
          </a:xfrm>
          <a:prstGeom prst="rect">
            <a:avLst/>
          </a:prstGeom>
        </p:spPr>
      </p:pic>
      <p:sp>
        <p:nvSpPr>
          <p:cNvPr id="110" name="Прямоугольник 109">
            <a:extLst>
              <a:ext uri="{FF2B5EF4-FFF2-40B4-BE49-F238E27FC236}">
                <a16:creationId xmlns:a16="http://schemas.microsoft.com/office/drawing/2014/main" id="{8EA413F7-F2CF-2E4F-AA2A-807627A1CBCD}"/>
              </a:ext>
            </a:extLst>
          </p:cNvPr>
          <p:cNvSpPr/>
          <p:nvPr userDrawn="1"/>
        </p:nvSpPr>
        <p:spPr>
          <a:xfrm>
            <a:off x="0" y="5724000"/>
            <a:ext cx="2134800" cy="432000"/>
          </a:xfrm>
          <a:prstGeom prst="rect">
            <a:avLst/>
          </a:prstGeom>
          <a:gradFill flip="none" rotWithShape="1">
            <a:gsLst>
              <a:gs pos="100000">
                <a:schemeClr val="tx1"/>
              </a:gs>
              <a:gs pos="95000">
                <a:srgbClr val="2F353A"/>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Box 110">
            <a:extLst>
              <a:ext uri="{FF2B5EF4-FFF2-40B4-BE49-F238E27FC236}">
                <a16:creationId xmlns:a16="http://schemas.microsoft.com/office/drawing/2014/main" id="{8010D40C-1CDB-AD43-868B-0071FF18907C}"/>
              </a:ext>
            </a:extLst>
          </p:cNvPr>
          <p:cNvSpPr txBox="1"/>
          <p:nvPr userDrawn="1"/>
        </p:nvSpPr>
        <p:spPr>
          <a:xfrm>
            <a:off x="604489" y="5824584"/>
            <a:ext cx="1439290" cy="230832"/>
          </a:xfrm>
          <a:prstGeom prst="rect">
            <a:avLst/>
          </a:prstGeom>
          <a:noFill/>
        </p:spPr>
        <p:txBody>
          <a:bodyPr wrap="square" rtlCol="0" anchor="ctr">
            <a:spAutoFit/>
          </a:bodyPr>
          <a:lstStyle/>
          <a:p>
            <a:r>
              <a:rPr lang="en-US" sz="900" dirty="0">
                <a:solidFill>
                  <a:schemeClr val="bg2"/>
                </a:solidFill>
              </a:rPr>
              <a:t>Housekeeping dashboard</a:t>
            </a:r>
            <a:endParaRPr lang="ru-RU" sz="900" dirty="0">
              <a:solidFill>
                <a:schemeClr val="bg2"/>
              </a:solidFill>
            </a:endParaRPr>
          </a:p>
        </p:txBody>
      </p:sp>
      <p:pic>
        <p:nvPicPr>
          <p:cNvPr id="112" name="Рисунок 111">
            <a:extLst>
              <a:ext uri="{FF2B5EF4-FFF2-40B4-BE49-F238E27FC236}">
                <a16:creationId xmlns:a16="http://schemas.microsoft.com/office/drawing/2014/main" id="{389A9504-9942-9C46-B91B-4F6395AD3AC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69271" y="5796000"/>
            <a:ext cx="288000" cy="288000"/>
          </a:xfrm>
          <a:prstGeom prst="rect">
            <a:avLst/>
          </a:prstGeom>
        </p:spPr>
      </p:pic>
      <p:sp>
        <p:nvSpPr>
          <p:cNvPr id="194" name="Прямоугольник 193">
            <a:extLst>
              <a:ext uri="{FF2B5EF4-FFF2-40B4-BE49-F238E27FC236}">
                <a16:creationId xmlns:a16="http://schemas.microsoft.com/office/drawing/2014/main" id="{1AEB36F1-0B85-8D4A-B3C9-47F82A5FA594}"/>
              </a:ext>
            </a:extLst>
          </p:cNvPr>
          <p:cNvSpPr/>
          <p:nvPr userDrawn="1"/>
        </p:nvSpPr>
        <p:spPr>
          <a:xfrm>
            <a:off x="0" y="6156000"/>
            <a:ext cx="2134800" cy="432000"/>
          </a:xfrm>
          <a:prstGeom prst="rect">
            <a:avLst/>
          </a:prstGeom>
          <a:solidFill>
            <a:srgbClr val="2F353A"/>
          </a:solidFill>
          <a:ln>
            <a:noFill/>
          </a:ln>
          <a:effectLst>
            <a:innerShdw blurRad="63500" dist="50800">
              <a:schemeClr val="bg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5" name="TextBox 194">
            <a:extLst>
              <a:ext uri="{FF2B5EF4-FFF2-40B4-BE49-F238E27FC236}">
                <a16:creationId xmlns:a16="http://schemas.microsoft.com/office/drawing/2014/main" id="{013E5196-FDF2-7948-B005-A97E7E9527E5}"/>
              </a:ext>
            </a:extLst>
          </p:cNvPr>
          <p:cNvSpPr txBox="1"/>
          <p:nvPr userDrawn="1"/>
        </p:nvSpPr>
        <p:spPr>
          <a:xfrm>
            <a:off x="604489" y="6256584"/>
            <a:ext cx="1439290" cy="230832"/>
          </a:xfrm>
          <a:prstGeom prst="rect">
            <a:avLst/>
          </a:prstGeom>
          <a:noFill/>
        </p:spPr>
        <p:txBody>
          <a:bodyPr wrap="square" rtlCol="0" anchor="ctr">
            <a:spAutoFit/>
          </a:bodyPr>
          <a:lstStyle/>
          <a:p>
            <a:r>
              <a:rPr lang="ru-RU" sz="900" b="1" dirty="0">
                <a:solidFill>
                  <a:schemeClr val="bg1"/>
                </a:solidFill>
              </a:rPr>
              <a:t>Дополнительно</a:t>
            </a:r>
          </a:p>
        </p:txBody>
      </p:sp>
      <p:pic>
        <p:nvPicPr>
          <p:cNvPr id="196" name="Рисунок 195">
            <a:extLst>
              <a:ext uri="{FF2B5EF4-FFF2-40B4-BE49-F238E27FC236}">
                <a16:creationId xmlns:a16="http://schemas.microsoft.com/office/drawing/2014/main" id="{26E4282E-A92C-F140-9BC2-BCAB9E7C9807}"/>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1523" y="6228000"/>
            <a:ext cx="288000" cy="288000"/>
          </a:xfrm>
          <a:prstGeom prst="rect">
            <a:avLst/>
          </a:prstGeom>
        </p:spPr>
      </p:pic>
      <p:sp>
        <p:nvSpPr>
          <p:cNvPr id="53" name="Прямоугольник 52">
            <a:extLst>
              <a:ext uri="{FF2B5EF4-FFF2-40B4-BE49-F238E27FC236}">
                <a16:creationId xmlns:a16="http://schemas.microsoft.com/office/drawing/2014/main" id="{3C6A29F3-0ED7-9646-9C12-A135630D20B9}"/>
              </a:ext>
            </a:extLst>
          </p:cNvPr>
          <p:cNvSpPr/>
          <p:nvPr userDrawn="1"/>
        </p:nvSpPr>
        <p:spPr>
          <a:xfrm>
            <a:off x="-380" y="6577200"/>
            <a:ext cx="2134800" cy="280801"/>
          </a:xfrm>
          <a:prstGeom prst="rect">
            <a:avLst/>
          </a:prstGeom>
          <a:solidFill>
            <a:srgbClr val="3A424A"/>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a:extLst>
              <a:ext uri="{FF2B5EF4-FFF2-40B4-BE49-F238E27FC236}">
                <a16:creationId xmlns:a16="http://schemas.microsoft.com/office/drawing/2014/main" id="{490BA47B-644C-164D-8434-599A8D845AE6}"/>
              </a:ext>
            </a:extLst>
          </p:cNvPr>
          <p:cNvPicPr>
            <a:picLocks noChangeAspect="1"/>
          </p:cNvPicPr>
          <p:nvPr userDrawn="1"/>
        </p:nvPicPr>
        <p:blipFill rotWithShape="1">
          <a:blip r:embed="rId16" cstate="print">
            <a:clrChange>
              <a:clrFrom>
                <a:srgbClr val="215F38"/>
              </a:clrFrom>
              <a:clrTo>
                <a:srgbClr val="215F38">
                  <a:alpha val="0"/>
                </a:srgbClr>
              </a:clrTo>
            </a:clrChange>
            <a:grayscl/>
            <a:extLst>
              <a:ext uri="{28A0092B-C50C-407E-A947-70E740481C1C}">
                <a14:useLocalDpi xmlns:a14="http://schemas.microsoft.com/office/drawing/2010/main" val="0"/>
              </a:ext>
            </a:extLst>
          </a:blip>
          <a:srcRect l="10630" t="68983" r="11614" b="17729"/>
          <a:stretch/>
        </p:blipFill>
        <p:spPr>
          <a:xfrm>
            <a:off x="514020" y="6591600"/>
            <a:ext cx="1106000" cy="252000"/>
          </a:xfrm>
          <a:prstGeom prst="rect">
            <a:avLst/>
          </a:prstGeom>
        </p:spPr>
      </p:pic>
      <p:pic>
        <p:nvPicPr>
          <p:cNvPr id="2" name="Рисунок 1"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3" name="Рисунок 2"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4" name="Рисунок 3"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5" name="Рисунок 4"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6" name="Рисунок 5"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pic>
        <p:nvPicPr>
          <p:cNvPr id="7" name="Рисунок 6" descr="http://C19E03B9ACCBFA56DC6DEDE59F81EABF.dms.sberbank.ru/C19E03B9ACCBFA56DC6DEDE59F81EABF-C84D87D17A171F6D15A801A76AF179A3-1E9602AC3439A96366744008F961486E/1.png"/>
          <p:cNvPicPr>
            <a:picLocks/>
          </p:cNvPicPr>
          <p:nvPr userDrawn="1"/>
        </p:nvPicPr>
        <p:blipFill>
          <a:blip r:link="rId17"/>
          <a:stretch>
            <a:fillRect/>
          </a:stretch>
        </p:blipFill>
        <p:spPr>
          <a:xfrm>
            <a:off x="0" y="0"/>
            <a:ext cx="1588" cy="1588"/>
          </a:xfrm>
          <a:prstGeom prst="rect">
            <a:avLst/>
          </a:prstGeom>
        </p:spPr>
      </p:pic>
    </p:spTree>
    <p:extLst>
      <p:ext uri="{BB962C8B-B14F-4D97-AF65-F5344CB8AC3E}">
        <p14:creationId xmlns:p14="http://schemas.microsoft.com/office/powerpoint/2010/main" val="7728616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ОС блока (лого)">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F58A97C1-CBDC-F341-AB90-EB0671A1DA02}"/>
              </a:ext>
            </a:extLst>
          </p:cNvPr>
          <p:cNvSpPr>
            <a:spLocks noGrp="1"/>
          </p:cNvSpPr>
          <p:nvPr>
            <p:ph type="title"/>
          </p:nvPr>
        </p:nvSpPr>
        <p:spPr>
          <a:xfrm>
            <a:off x="191344" y="1"/>
            <a:ext cx="9289032" cy="540000"/>
          </a:xfrm>
          <a:prstGeom prst="rect">
            <a:avLst/>
          </a:prstGeom>
        </p:spPr>
        <p:txBody>
          <a:bodyPr anchor="ctr">
            <a:normAutofit/>
          </a:bodyPr>
          <a:lstStyle>
            <a:lvl1pPr>
              <a:defRPr sz="2400">
                <a:latin typeface="+mn-lt"/>
                <a:cs typeface="Arial" panose="020B0604020202020204" pitchFamily="34" charset="0"/>
              </a:defRPr>
            </a:lvl1pPr>
          </a:lstStyle>
          <a:p>
            <a:r>
              <a:rPr lang="en-US" dirty="0"/>
              <a:t>Click to edit Master title style</a:t>
            </a:r>
          </a:p>
        </p:txBody>
      </p:sp>
      <p:sp>
        <p:nvSpPr>
          <p:cNvPr id="94" name="TextBox 93">
            <a:extLst>
              <a:ext uri="{FF2B5EF4-FFF2-40B4-BE49-F238E27FC236}">
                <a16:creationId xmlns:a16="http://schemas.microsoft.com/office/drawing/2014/main" id="{8ABAD0E0-B078-FF4E-83AF-D94F3678245B}"/>
              </a:ext>
            </a:extLst>
          </p:cNvPr>
          <p:cNvSpPr txBox="1"/>
          <p:nvPr userDrawn="1"/>
        </p:nvSpPr>
        <p:spPr>
          <a:xfrm>
            <a:off x="11715079" y="6507470"/>
            <a:ext cx="487680" cy="276999"/>
          </a:xfrm>
          <a:prstGeom prst="rect">
            <a:avLst/>
          </a:prstGeom>
          <a:noFill/>
        </p:spPr>
        <p:txBody>
          <a:bodyPr wrap="square" rtlCol="0">
            <a:spAutoFit/>
          </a:bodyPr>
          <a:lstStyle/>
          <a:p>
            <a:fld id="{C41A797A-73E5-4FFF-8E73-EA82906B0864}" type="slidenum">
              <a:rPr lang="ru-RU" sz="1200" smtClean="0">
                <a:solidFill>
                  <a:schemeClr val="bg2"/>
                </a:solidFill>
              </a:rPr>
              <a:t>‹#›</a:t>
            </a:fld>
            <a:endParaRPr lang="ru-RU" sz="1200" dirty="0">
              <a:solidFill>
                <a:schemeClr val="bg2"/>
              </a:solidFill>
            </a:endParaRPr>
          </a:p>
        </p:txBody>
      </p:sp>
      <p:pic>
        <p:nvPicPr>
          <p:cNvPr id="3" name="Рисунок 2">
            <a:extLst>
              <a:ext uri="{FF2B5EF4-FFF2-40B4-BE49-F238E27FC236}">
                <a16:creationId xmlns:a16="http://schemas.microsoft.com/office/drawing/2014/main" id="{892DAC0A-FA61-6547-9C54-FE7681EEEB8D}"/>
              </a:ext>
            </a:extLst>
          </p:cNvPr>
          <p:cNvPicPr>
            <a:picLocks noChangeAspect="1"/>
          </p:cNvPicPr>
          <p:nvPr userDrawn="1"/>
        </p:nvPicPr>
        <p:blipFill rotWithShape="1">
          <a:blip r:embed="rId2" cstate="print">
            <a:clrChange>
              <a:clrFrom>
                <a:srgbClr val="215F38"/>
              </a:clrFrom>
              <a:clrTo>
                <a:srgbClr val="215F38">
                  <a:alpha val="0"/>
                </a:srgbClr>
              </a:clrTo>
            </a:clrChange>
            <a:extLst>
              <a:ext uri="{28A0092B-C50C-407E-A947-70E740481C1C}">
                <a14:useLocalDpi xmlns:a14="http://schemas.microsoft.com/office/drawing/2010/main" val="0"/>
              </a:ext>
            </a:extLst>
          </a:blip>
          <a:srcRect l="12458" t="15687" r="11313" b="65496"/>
          <a:stretch/>
        </p:blipFill>
        <p:spPr>
          <a:xfrm>
            <a:off x="10380391" y="0"/>
            <a:ext cx="1640806" cy="540000"/>
          </a:xfrm>
          <a:prstGeom prst="rect">
            <a:avLst/>
          </a:prstGeom>
        </p:spPr>
      </p:pic>
      <p:pic>
        <p:nvPicPr>
          <p:cNvPr id="5" name="Рисунок 4" descr="http://DF3E5075026D06B109AE70DBF9D6CDD1.dms.sberbank.ru/DF3E5075026D06B109AE70DBF9D6CDD1-92DCC9725E0A03BFCF87C98938EC5031-7C306E030999F7BF689A16489D167D10/1.png"/>
          <p:cNvPicPr>
            <a:picLocks/>
          </p:cNvPicPr>
          <p:nvPr userDrawn="1"/>
        </p:nvPicPr>
        <p:blipFill>
          <a:blip r:link="rId3"/>
          <a:stretch>
            <a:fillRect/>
          </a:stretch>
        </p:blipFill>
        <p:spPr>
          <a:xfrm>
            <a:off x="0" y="0"/>
            <a:ext cx="1588" cy="1588"/>
          </a:xfrm>
          <a:prstGeom prst="rect">
            <a:avLst/>
          </a:prstGeom>
        </p:spPr>
      </p:pic>
      <p:pic>
        <p:nvPicPr>
          <p:cNvPr id="6" name="Рисунок 5" descr="http://DF3E5075026D06B109AE70DBF9D6CDD1.dms.sberbank.ru/DF3E5075026D06B109AE70DBF9D6CDD1-92DCC9725E0A03BFCF87C98938EC5031-7C306E030999F7BF689A16489D167D10/1.png"/>
          <p:cNvPicPr>
            <a:picLocks/>
          </p:cNvPicPr>
          <p:nvPr userDrawn="1"/>
        </p:nvPicPr>
        <p:blipFill>
          <a:blip r:link="rId3"/>
          <a:stretch>
            <a:fillRect/>
          </a:stretch>
        </p:blipFill>
        <p:spPr>
          <a:xfrm>
            <a:off x="0" y="0"/>
            <a:ext cx="1588" cy="1588"/>
          </a:xfrm>
          <a:prstGeom prst="rect">
            <a:avLst/>
          </a:prstGeom>
        </p:spPr>
      </p:pic>
    </p:spTree>
    <p:extLst>
      <p:ext uri="{BB962C8B-B14F-4D97-AF65-F5344CB8AC3E}">
        <p14:creationId xmlns:p14="http://schemas.microsoft.com/office/powerpoint/2010/main" val="13339801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Основной">
    <p:spTree>
      <p:nvGrpSpPr>
        <p:cNvPr id="1" name=""/>
        <p:cNvGrpSpPr/>
        <p:nvPr/>
      </p:nvGrpSpPr>
      <p:grpSpPr>
        <a:xfrm>
          <a:off x="0" y="0"/>
          <a:ext cx="0" cy="0"/>
          <a:chOff x="0" y="0"/>
          <a:chExt cx="0" cy="0"/>
        </a:xfrm>
      </p:grpSpPr>
      <p:pic>
        <p:nvPicPr>
          <p:cNvPr id="24" name="Picture 5"/>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17673" y="-19049"/>
            <a:ext cx="969221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Параллелограмм 14"/>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19" name="Параллелограмм 18"/>
          <p:cNvSpPr/>
          <p:nvPr userDrawn="1"/>
        </p:nvSpPr>
        <p:spPr bwMode="auto">
          <a:xfrm>
            <a:off x="9136868" y="14480"/>
            <a:ext cx="426827"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3" name="Параллелограмм 22"/>
          <p:cNvSpPr>
            <a:spLocks/>
          </p:cNvSpPr>
          <p:nvPr userDrawn="1"/>
        </p:nvSpPr>
        <p:spPr bwMode="auto">
          <a:xfrm>
            <a:off x="9346968" y="44231"/>
            <a:ext cx="385432"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7" name="Text Box 14"/>
          <p:cNvSpPr txBox="1">
            <a:spLocks noChangeArrowheads="1"/>
          </p:cNvSpPr>
          <p:nvPr userDrawn="1"/>
        </p:nvSpPr>
        <p:spPr bwMode="auto">
          <a:xfrm>
            <a:off x="-74083" y="6669361"/>
            <a:ext cx="4978400" cy="276999"/>
          </a:xfrm>
          <a:prstGeom prst="rect">
            <a:avLst/>
          </a:prstGeom>
          <a:noFill/>
          <a:ln>
            <a:noFill/>
          </a:ln>
        </p:spPr>
        <p:txBody>
          <a:bodyPr>
            <a:spAutoFit/>
          </a:bodyPr>
          <a:lstStyle>
            <a:lvl1pPr marL="173038" indent="-173038" eaLnBrk="0" hangingPunct="0">
              <a:defRPr>
                <a:solidFill>
                  <a:schemeClr val="tx1"/>
                </a:solidFill>
                <a:latin typeface="Franklin Gothic Book" pitchFamily="34" charset="0"/>
              </a:defRPr>
            </a:lvl1pPr>
            <a:lvl2pPr marL="742950" indent="-285750" eaLnBrk="0" hangingPunct="0">
              <a:defRPr>
                <a:solidFill>
                  <a:schemeClr val="tx1"/>
                </a:solidFill>
                <a:latin typeface="Franklin Gothic Book" pitchFamily="34" charset="0"/>
              </a:defRPr>
            </a:lvl2pPr>
            <a:lvl3pPr marL="1143000" indent="-228600" eaLnBrk="0" hangingPunct="0">
              <a:defRPr>
                <a:solidFill>
                  <a:schemeClr val="tx1"/>
                </a:solidFill>
                <a:latin typeface="Franklin Gothic Book" pitchFamily="34" charset="0"/>
              </a:defRPr>
            </a:lvl3pPr>
            <a:lvl4pPr marL="1600200" indent="-228600" eaLnBrk="0" hangingPunct="0">
              <a:defRPr>
                <a:solidFill>
                  <a:schemeClr val="tx1"/>
                </a:solidFill>
                <a:latin typeface="Franklin Gothic Book" pitchFamily="34" charset="0"/>
              </a:defRPr>
            </a:lvl4pPr>
            <a:lvl5pPr marL="2057400" indent="-228600" eaLnBrk="0" hangingPunct="0">
              <a:defRPr>
                <a:solidFill>
                  <a:schemeClr val="tx1"/>
                </a:solidFill>
                <a:latin typeface="Franklin Gothic Book" pitchFamily="34" charset="0"/>
              </a:defRPr>
            </a:lvl5pPr>
            <a:lvl6pPr marL="2514600" indent="-228600" eaLnBrk="0" fontAlgn="base" hangingPunct="0">
              <a:spcBef>
                <a:spcPct val="0"/>
              </a:spcBef>
              <a:spcAft>
                <a:spcPct val="0"/>
              </a:spcAft>
              <a:defRPr>
                <a:solidFill>
                  <a:schemeClr val="tx1"/>
                </a:solidFill>
                <a:latin typeface="Franklin Gothic Book" pitchFamily="34" charset="0"/>
              </a:defRPr>
            </a:lvl6pPr>
            <a:lvl7pPr marL="2971800" indent="-228600" eaLnBrk="0" fontAlgn="base" hangingPunct="0">
              <a:spcBef>
                <a:spcPct val="0"/>
              </a:spcBef>
              <a:spcAft>
                <a:spcPct val="0"/>
              </a:spcAft>
              <a:defRPr>
                <a:solidFill>
                  <a:schemeClr val="tx1"/>
                </a:solidFill>
                <a:latin typeface="Franklin Gothic Book" pitchFamily="34" charset="0"/>
              </a:defRPr>
            </a:lvl7pPr>
            <a:lvl8pPr marL="3429000" indent="-228600" eaLnBrk="0" fontAlgn="base" hangingPunct="0">
              <a:spcBef>
                <a:spcPct val="0"/>
              </a:spcBef>
              <a:spcAft>
                <a:spcPct val="0"/>
              </a:spcAft>
              <a:defRPr>
                <a:solidFill>
                  <a:schemeClr val="tx1"/>
                </a:solidFill>
                <a:latin typeface="Franklin Gothic Book" pitchFamily="34" charset="0"/>
              </a:defRPr>
            </a:lvl8pPr>
            <a:lvl9pPr marL="3886200" indent="-228600" eaLnBrk="0" fontAlgn="base" hangingPunct="0">
              <a:spcBef>
                <a:spcPct val="0"/>
              </a:spcBef>
              <a:spcAft>
                <a:spcPct val="0"/>
              </a:spcAft>
              <a:defRPr>
                <a:solidFill>
                  <a:schemeClr val="tx1"/>
                </a:solidFill>
                <a:latin typeface="Franklin Gothic Book" pitchFamily="34" charset="0"/>
              </a:defRPr>
            </a:lvl9pPr>
          </a:lstStyle>
          <a:p>
            <a:pPr eaLnBrk="1" hangingPunct="1">
              <a:spcBef>
                <a:spcPct val="50000"/>
              </a:spcBef>
              <a:defRPr/>
            </a:pPr>
            <a:r>
              <a:rPr lang="ru-RU" sz="1200" dirty="0">
                <a:solidFill>
                  <a:schemeClr val="tx1"/>
                </a:solidFill>
                <a:latin typeface="Calibri" pitchFamily="34" charset="0"/>
                <a:cs typeface="Calibri" pitchFamily="34" charset="0"/>
              </a:rPr>
              <a:t>© Департамент финансов</a:t>
            </a:r>
            <a:endParaRPr lang="en-US" sz="1200" dirty="0">
              <a:solidFill>
                <a:schemeClr val="tx1"/>
              </a:solidFill>
              <a:latin typeface="Calibri" pitchFamily="34" charset="0"/>
              <a:cs typeface="Calibri" pitchFamily="34" charset="0"/>
            </a:endParaRPr>
          </a:p>
        </p:txBody>
      </p:sp>
      <p:sp>
        <p:nvSpPr>
          <p:cNvPr id="9" name="Параллелограмм 8"/>
          <p:cNvSpPr/>
          <p:nvPr userDrawn="1"/>
        </p:nvSpPr>
        <p:spPr bwMode="auto">
          <a:xfrm>
            <a:off x="11623616"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Tree>
    <p:extLst>
      <p:ext uri="{BB962C8B-B14F-4D97-AF65-F5344CB8AC3E}">
        <p14:creationId xmlns:p14="http://schemas.microsoft.com/office/powerpoint/2010/main" val="2014224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Чужие слайды">
    <p:spTree>
      <p:nvGrpSpPr>
        <p:cNvPr id="1" name=""/>
        <p:cNvGrpSpPr/>
        <p:nvPr/>
      </p:nvGrpSpPr>
      <p:grpSpPr>
        <a:xfrm>
          <a:off x="0" y="0"/>
          <a:ext cx="0" cy="0"/>
          <a:chOff x="0" y="0"/>
          <a:chExt cx="0" cy="0"/>
        </a:xfrm>
      </p:grpSpPr>
      <p:pic>
        <p:nvPicPr>
          <p:cNvPr id="24" name="Picture 5"/>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8682" y="-19049"/>
            <a:ext cx="969221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Параллелограмм 14"/>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19" name="Параллелограмм 18"/>
          <p:cNvSpPr/>
          <p:nvPr userDrawn="1"/>
        </p:nvSpPr>
        <p:spPr bwMode="auto">
          <a:xfrm>
            <a:off x="9136868" y="14480"/>
            <a:ext cx="426827"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3" name="Параллелограмм 22"/>
          <p:cNvSpPr>
            <a:spLocks/>
          </p:cNvSpPr>
          <p:nvPr userDrawn="1"/>
        </p:nvSpPr>
        <p:spPr bwMode="auto">
          <a:xfrm>
            <a:off x="9346968" y="44231"/>
            <a:ext cx="385432"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9" name="Параллелограмм 8"/>
          <p:cNvSpPr/>
          <p:nvPr userDrawn="1"/>
        </p:nvSpPr>
        <p:spPr bwMode="auto">
          <a:xfrm>
            <a:off x="11623616"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pic>
        <p:nvPicPr>
          <p:cNvPr id="12" name="Рисунок 11" descr="http://D0340E7D5E8451B36CF9DE5E517AB11D.dms.sberbank.ru/D0340E7D5E8451B36CF9DE5E517AB11D-76E77F61EA6BF346E8CD249421A1F0C6-979C24910635A5F09AF6D68FE94A4CA8/1.png"/>
          <p:cNvPicPr>
            <a:picLocks/>
          </p:cNvPicPr>
          <p:nvPr userDrawn="1"/>
        </p:nvPicPr>
        <p:blipFill>
          <a:blip r:link="rId3"/>
          <a:stretch>
            <a:fillRect/>
          </a:stretch>
        </p:blipFill>
        <p:spPr>
          <a:xfrm>
            <a:off x="0" y="0"/>
            <a:ext cx="1588" cy="1588"/>
          </a:xfrm>
          <a:prstGeom prst="rect">
            <a:avLst/>
          </a:prstGeom>
        </p:spPr>
      </p:pic>
    </p:spTree>
    <p:extLst>
      <p:ext uri="{BB962C8B-B14F-4D97-AF65-F5344CB8AC3E}">
        <p14:creationId xmlns:p14="http://schemas.microsoft.com/office/powerpoint/2010/main" val="20665251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Содержание">
    <p:spTree>
      <p:nvGrpSpPr>
        <p:cNvPr id="1" name=""/>
        <p:cNvGrpSpPr/>
        <p:nvPr/>
      </p:nvGrpSpPr>
      <p:grpSpPr>
        <a:xfrm>
          <a:off x="0" y="0"/>
          <a:ext cx="0" cy="0"/>
          <a:chOff x="0" y="0"/>
          <a:chExt cx="0" cy="0"/>
        </a:xfrm>
      </p:grpSpPr>
      <p:sp>
        <p:nvSpPr>
          <p:cNvPr id="23" name="Параллелограмм 22"/>
          <p:cNvSpPr>
            <a:spLocks/>
          </p:cNvSpPr>
          <p:nvPr userDrawn="1"/>
        </p:nvSpPr>
        <p:spPr bwMode="auto">
          <a:xfrm>
            <a:off x="239392" y="-27384"/>
            <a:ext cx="384000"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19" name="Параллелограмм 18"/>
          <p:cNvSpPr/>
          <p:nvPr userDrawn="1"/>
        </p:nvSpPr>
        <p:spPr bwMode="auto">
          <a:xfrm>
            <a:off x="71392" y="44624"/>
            <a:ext cx="336000" cy="468000"/>
          </a:xfrm>
          <a:prstGeom prst="parallelogram">
            <a:avLst>
              <a:gd name="adj" fmla="val 77525"/>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6" name="Параллелограмм 5"/>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7" name="Параллелограмм 6"/>
          <p:cNvSpPr/>
          <p:nvPr userDrawn="1"/>
        </p:nvSpPr>
        <p:spPr bwMode="auto">
          <a:xfrm>
            <a:off x="11623616"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Tree>
    <p:extLst>
      <p:ext uri="{BB962C8B-B14F-4D97-AF65-F5344CB8AC3E}">
        <p14:creationId xmlns:p14="http://schemas.microsoft.com/office/powerpoint/2010/main" val="7745606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Титульный">
    <p:spTree>
      <p:nvGrpSpPr>
        <p:cNvPr id="1" name=""/>
        <p:cNvGrpSpPr/>
        <p:nvPr/>
      </p:nvGrpSpPr>
      <p:grpSpPr>
        <a:xfrm>
          <a:off x="0" y="0"/>
          <a:ext cx="0" cy="0"/>
          <a:chOff x="0" y="0"/>
          <a:chExt cx="0" cy="0"/>
        </a:xfrm>
      </p:grpSpPr>
      <p:sp>
        <p:nvSpPr>
          <p:cNvPr id="13" name="Прямоугольный треугольник 12"/>
          <p:cNvSpPr/>
          <p:nvPr userDrawn="1"/>
        </p:nvSpPr>
        <p:spPr bwMode="auto">
          <a:xfrm rot="10800000" flipH="1">
            <a:off x="-432711" y="-425"/>
            <a:ext cx="3727205" cy="5737692"/>
          </a:xfrm>
          <a:prstGeom prst="rtTriangle">
            <a:avLst/>
          </a:prstGeom>
          <a:gradFill flip="none" rotWithShape="1">
            <a:gsLst>
              <a:gs pos="0">
                <a:schemeClr val="accent1">
                  <a:tint val="66000"/>
                  <a:satMod val="160000"/>
                </a:schemeClr>
              </a:gs>
              <a:gs pos="0">
                <a:schemeClr val="bg1">
                  <a:lumMod val="85000"/>
                </a:schemeClr>
              </a:gs>
              <a:gs pos="100000">
                <a:srgbClr val="E8E8E8"/>
              </a:gs>
            </a:gsLst>
            <a:lin ang="16200000" scaled="1"/>
            <a:tileRect/>
          </a:gradFill>
          <a:ln w="9525" cap="flat" cmpd="sng" algn="ctr">
            <a:no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indent="0" algn="l" defTabSz="121917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dirty="0">
              <a:ln>
                <a:noFill/>
              </a:ln>
              <a:solidFill>
                <a:schemeClr val="tx1"/>
              </a:solidFill>
              <a:effectLst/>
              <a:latin typeface="Franklin Gothic Book" pitchFamily="34" charset="0"/>
            </a:endParaRPr>
          </a:p>
        </p:txBody>
      </p:sp>
      <p:sp>
        <p:nvSpPr>
          <p:cNvPr id="19" name="Параллелограмм 18"/>
          <p:cNvSpPr/>
          <p:nvPr userDrawn="1"/>
        </p:nvSpPr>
        <p:spPr bwMode="auto">
          <a:xfrm>
            <a:off x="8592277" y="-6985"/>
            <a:ext cx="494400"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3" name="Параллелограмм 22"/>
          <p:cNvSpPr>
            <a:spLocks/>
          </p:cNvSpPr>
          <p:nvPr userDrawn="1"/>
        </p:nvSpPr>
        <p:spPr bwMode="auto">
          <a:xfrm>
            <a:off x="1009269" y="865"/>
            <a:ext cx="2280000" cy="3356129"/>
          </a:xfrm>
          <a:prstGeom prst="parallelogram">
            <a:avLst>
              <a:gd name="adj" fmla="val 9491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pic>
        <p:nvPicPr>
          <p:cNvPr id="7" name="Picture 15" descr="logo"/>
          <p:cNvPicPr>
            <a:picLocks noChangeAspect="1" noChangeArrowheads="1"/>
          </p:cNvPicPr>
          <p:nvPr userDrawn="1"/>
        </p:nvPicPr>
        <p:blipFill>
          <a:blip r:embed="rId2" cstate="print"/>
          <a:srcRect/>
          <a:stretch>
            <a:fillRect/>
          </a:stretch>
        </p:blipFill>
        <p:spPr bwMode="auto">
          <a:xfrm>
            <a:off x="9539684" y="324695"/>
            <a:ext cx="2349955" cy="468000"/>
          </a:xfrm>
          <a:prstGeom prst="rect">
            <a:avLst/>
          </a:prstGeom>
          <a:noFill/>
          <a:ln w="9525">
            <a:noFill/>
            <a:miter lim="800000"/>
            <a:headEnd/>
            <a:tailEnd/>
          </a:ln>
        </p:spPr>
      </p:pic>
      <p:sp>
        <p:nvSpPr>
          <p:cNvPr id="9" name="Параллелограмм 8"/>
          <p:cNvSpPr>
            <a:spLocks/>
          </p:cNvSpPr>
          <p:nvPr userDrawn="1"/>
        </p:nvSpPr>
        <p:spPr bwMode="auto">
          <a:xfrm>
            <a:off x="8123993" y="149182"/>
            <a:ext cx="681600" cy="938244"/>
          </a:xfrm>
          <a:prstGeom prst="parallelogram">
            <a:avLst>
              <a:gd name="adj" fmla="val 88198"/>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12" name="Прямоугольный треугольник 11"/>
          <p:cNvSpPr/>
          <p:nvPr userDrawn="1"/>
        </p:nvSpPr>
        <p:spPr bwMode="auto">
          <a:xfrm flipH="1">
            <a:off x="8922242" y="1124745"/>
            <a:ext cx="3727205" cy="5737692"/>
          </a:xfrm>
          <a:prstGeom prst="rtTriangle">
            <a:avLst/>
          </a:prstGeom>
          <a:gradFill flip="none" rotWithShape="1">
            <a:gsLst>
              <a:gs pos="0">
                <a:schemeClr val="accent1">
                  <a:tint val="66000"/>
                  <a:satMod val="160000"/>
                </a:schemeClr>
              </a:gs>
              <a:gs pos="0">
                <a:schemeClr val="bg1">
                  <a:lumMod val="85000"/>
                </a:schemeClr>
              </a:gs>
              <a:gs pos="100000">
                <a:srgbClr val="E8E8E8"/>
              </a:gs>
            </a:gsLst>
            <a:lin ang="16200000" scaled="1"/>
            <a:tileRect/>
          </a:gradFill>
          <a:ln w="9525" cap="flat" cmpd="sng" algn="ctr">
            <a:no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indent="0" algn="l" defTabSz="1219170" rtl="0" eaLnBrk="1" fontAlgn="base" latinLnBrk="0" hangingPunct="1">
              <a:lnSpc>
                <a:spcPct val="100000"/>
              </a:lnSpc>
              <a:spcBef>
                <a:spcPct val="0"/>
              </a:spcBef>
              <a:spcAft>
                <a:spcPct val="0"/>
              </a:spcAft>
              <a:buClrTx/>
              <a:buSzTx/>
              <a:buFontTx/>
              <a:buNone/>
              <a:tabLst/>
            </a:pPr>
            <a:endParaRPr kumimoji="0" lang="ru-RU" sz="2400" b="0" i="0" u="none" strike="noStrike" cap="none" normalizeH="0" baseline="0" dirty="0">
              <a:ln>
                <a:noFill/>
              </a:ln>
              <a:solidFill>
                <a:schemeClr val="tx1"/>
              </a:solidFill>
              <a:effectLst/>
              <a:latin typeface="Franklin Gothic Book" pitchFamily="34" charset="0"/>
            </a:endParaRPr>
          </a:p>
        </p:txBody>
      </p:sp>
      <p:sp>
        <p:nvSpPr>
          <p:cNvPr id="20" name="Параллелограмм 19"/>
          <p:cNvSpPr>
            <a:spLocks/>
          </p:cNvSpPr>
          <p:nvPr userDrawn="1"/>
        </p:nvSpPr>
        <p:spPr bwMode="auto">
          <a:xfrm>
            <a:off x="519194" y="-117881"/>
            <a:ext cx="911685" cy="828000"/>
          </a:xfrm>
          <a:prstGeom prst="parallelogram">
            <a:avLst>
              <a:gd name="adj" fmla="val 58313"/>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1" name="Параллелограмм 20"/>
          <p:cNvSpPr>
            <a:spLocks/>
          </p:cNvSpPr>
          <p:nvPr userDrawn="1"/>
        </p:nvSpPr>
        <p:spPr bwMode="auto">
          <a:xfrm>
            <a:off x="911432" y="6021288"/>
            <a:ext cx="895361" cy="1224136"/>
          </a:xfrm>
          <a:prstGeom prst="parallelogram">
            <a:avLst>
              <a:gd name="adj" fmla="val 8942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2" name="Параллелограмм 21"/>
          <p:cNvSpPr>
            <a:spLocks/>
          </p:cNvSpPr>
          <p:nvPr userDrawn="1"/>
        </p:nvSpPr>
        <p:spPr bwMode="auto">
          <a:xfrm>
            <a:off x="-1603962" y="11051370"/>
            <a:ext cx="1207087" cy="1077735"/>
          </a:xfrm>
          <a:prstGeom prst="parallelogram">
            <a:avLst>
              <a:gd name="adj" fmla="val 58313"/>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6" name="Параллелограмм 25"/>
          <p:cNvSpPr/>
          <p:nvPr userDrawn="1"/>
        </p:nvSpPr>
        <p:spPr bwMode="auto">
          <a:xfrm>
            <a:off x="8911915" y="3471123"/>
            <a:ext cx="2476467" cy="3400839"/>
          </a:xfrm>
          <a:prstGeom prst="parallelogram">
            <a:avLst>
              <a:gd name="adj" fmla="val 8903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7" name="Параллелограмм 26"/>
          <p:cNvSpPr>
            <a:spLocks/>
          </p:cNvSpPr>
          <p:nvPr userDrawn="1"/>
        </p:nvSpPr>
        <p:spPr bwMode="auto">
          <a:xfrm>
            <a:off x="11311877" y="5348940"/>
            <a:ext cx="671856" cy="936000"/>
          </a:xfrm>
          <a:prstGeom prst="parallelogram">
            <a:avLst>
              <a:gd name="adj" fmla="val 8942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30" name="Параллелограмм 29"/>
          <p:cNvSpPr/>
          <p:nvPr userDrawn="1"/>
        </p:nvSpPr>
        <p:spPr bwMode="auto">
          <a:xfrm>
            <a:off x="632529" y="188119"/>
            <a:ext cx="720000" cy="1044000"/>
          </a:xfrm>
          <a:prstGeom prst="parallelogram">
            <a:avLst>
              <a:gd name="adj" fmla="val 92258"/>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24" name="Параллелограмм 23"/>
          <p:cNvSpPr/>
          <p:nvPr userDrawn="1"/>
        </p:nvSpPr>
        <p:spPr bwMode="auto">
          <a:xfrm>
            <a:off x="1641632" y="5816940"/>
            <a:ext cx="671856" cy="606208"/>
          </a:xfrm>
          <a:prstGeom prst="parallelogram">
            <a:avLst>
              <a:gd name="adj" fmla="val 57816"/>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
        <p:nvSpPr>
          <p:cNvPr id="31" name="Параллелограмм 30"/>
          <p:cNvSpPr/>
          <p:nvPr userDrawn="1"/>
        </p:nvSpPr>
        <p:spPr bwMode="auto">
          <a:xfrm>
            <a:off x="11551733" y="5153440"/>
            <a:ext cx="432000" cy="576000"/>
          </a:xfrm>
          <a:prstGeom prst="parallelogram">
            <a:avLst>
              <a:gd name="adj" fmla="val 83558"/>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marR="0" lvl="0" indent="0" algn="ctr" defTabSz="1038739" fontAlgn="auto">
              <a:lnSpc>
                <a:spcPct val="100000"/>
              </a:lnSpc>
              <a:spcBef>
                <a:spcPts val="0"/>
              </a:spcBef>
              <a:spcAft>
                <a:spcPts val="0"/>
              </a:spcAft>
              <a:buClrTx/>
              <a:buSzTx/>
              <a:buFontTx/>
              <a:buNone/>
              <a:tabLst/>
            </a:pPr>
            <a:endParaRPr kumimoji="0" lang="ru-RU" sz="2000" b="0" i="0" u="none" strike="noStrike" kern="0" cap="none" spc="0" normalizeH="0" baseline="0" dirty="0">
              <a:ln>
                <a:noFill/>
              </a:ln>
              <a:solidFill>
                <a:srgbClr val="FFFFFF"/>
              </a:solidFill>
              <a:effectLst/>
              <a:uLnTx/>
              <a:uFillTx/>
              <a:latin typeface="Fedra Sans Pro Book"/>
            </a:endParaRPr>
          </a:p>
        </p:txBody>
      </p:sp>
    </p:spTree>
    <p:extLst>
      <p:ext uri="{BB962C8B-B14F-4D97-AF65-F5344CB8AC3E}">
        <p14:creationId xmlns:p14="http://schemas.microsoft.com/office/powerpoint/2010/main" val="4518654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Основной">
    <p:spTree>
      <p:nvGrpSpPr>
        <p:cNvPr id="1" name=""/>
        <p:cNvGrpSpPr/>
        <p:nvPr/>
      </p:nvGrpSpPr>
      <p:grpSpPr>
        <a:xfrm>
          <a:off x="0" y="0"/>
          <a:ext cx="0" cy="0"/>
          <a:chOff x="0" y="0"/>
          <a:chExt cx="0" cy="0"/>
        </a:xfrm>
      </p:grpSpPr>
      <p:pic>
        <p:nvPicPr>
          <p:cNvPr id="24" name="Picture 5"/>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17663" y="-19049"/>
            <a:ext cx="969221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Параллелограмм 14"/>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19" name="Параллелограмм 18"/>
          <p:cNvSpPr/>
          <p:nvPr userDrawn="1"/>
        </p:nvSpPr>
        <p:spPr bwMode="auto">
          <a:xfrm>
            <a:off x="9136868" y="14480"/>
            <a:ext cx="426827"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23" name="Параллелограмм 22"/>
          <p:cNvSpPr>
            <a:spLocks/>
          </p:cNvSpPr>
          <p:nvPr userDrawn="1"/>
        </p:nvSpPr>
        <p:spPr bwMode="auto">
          <a:xfrm>
            <a:off x="9346968" y="44231"/>
            <a:ext cx="385432"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7" name="Text Box 14"/>
          <p:cNvSpPr txBox="1">
            <a:spLocks noChangeArrowheads="1"/>
          </p:cNvSpPr>
          <p:nvPr userDrawn="1"/>
        </p:nvSpPr>
        <p:spPr bwMode="auto">
          <a:xfrm>
            <a:off x="-74083" y="6669361"/>
            <a:ext cx="4978400" cy="276999"/>
          </a:xfrm>
          <a:prstGeom prst="rect">
            <a:avLst/>
          </a:prstGeom>
          <a:noFill/>
          <a:ln>
            <a:noFill/>
          </a:ln>
        </p:spPr>
        <p:txBody>
          <a:bodyPr>
            <a:spAutoFit/>
          </a:bodyPr>
          <a:lstStyle>
            <a:lvl1pPr marL="173038" indent="-173038" eaLnBrk="0" hangingPunct="0">
              <a:defRPr>
                <a:solidFill>
                  <a:schemeClr val="tx1"/>
                </a:solidFill>
                <a:latin typeface="Franklin Gothic Book" pitchFamily="34" charset="0"/>
              </a:defRPr>
            </a:lvl1pPr>
            <a:lvl2pPr marL="742950" indent="-285750" eaLnBrk="0" hangingPunct="0">
              <a:defRPr>
                <a:solidFill>
                  <a:schemeClr val="tx1"/>
                </a:solidFill>
                <a:latin typeface="Franklin Gothic Book" pitchFamily="34" charset="0"/>
              </a:defRPr>
            </a:lvl2pPr>
            <a:lvl3pPr marL="1143000" indent="-228600" eaLnBrk="0" hangingPunct="0">
              <a:defRPr>
                <a:solidFill>
                  <a:schemeClr val="tx1"/>
                </a:solidFill>
                <a:latin typeface="Franklin Gothic Book" pitchFamily="34" charset="0"/>
              </a:defRPr>
            </a:lvl3pPr>
            <a:lvl4pPr marL="1600200" indent="-228600" eaLnBrk="0" hangingPunct="0">
              <a:defRPr>
                <a:solidFill>
                  <a:schemeClr val="tx1"/>
                </a:solidFill>
                <a:latin typeface="Franklin Gothic Book" pitchFamily="34" charset="0"/>
              </a:defRPr>
            </a:lvl4pPr>
            <a:lvl5pPr marL="2057400" indent="-228600" eaLnBrk="0" hangingPunct="0">
              <a:defRPr>
                <a:solidFill>
                  <a:schemeClr val="tx1"/>
                </a:solidFill>
                <a:latin typeface="Franklin Gothic Book" pitchFamily="34" charset="0"/>
              </a:defRPr>
            </a:lvl5pPr>
            <a:lvl6pPr marL="2514600" indent="-228600" eaLnBrk="0" fontAlgn="base" hangingPunct="0">
              <a:spcBef>
                <a:spcPct val="0"/>
              </a:spcBef>
              <a:spcAft>
                <a:spcPct val="0"/>
              </a:spcAft>
              <a:defRPr>
                <a:solidFill>
                  <a:schemeClr val="tx1"/>
                </a:solidFill>
                <a:latin typeface="Franklin Gothic Book" pitchFamily="34" charset="0"/>
              </a:defRPr>
            </a:lvl6pPr>
            <a:lvl7pPr marL="2971800" indent="-228600" eaLnBrk="0" fontAlgn="base" hangingPunct="0">
              <a:spcBef>
                <a:spcPct val="0"/>
              </a:spcBef>
              <a:spcAft>
                <a:spcPct val="0"/>
              </a:spcAft>
              <a:defRPr>
                <a:solidFill>
                  <a:schemeClr val="tx1"/>
                </a:solidFill>
                <a:latin typeface="Franklin Gothic Book" pitchFamily="34" charset="0"/>
              </a:defRPr>
            </a:lvl7pPr>
            <a:lvl8pPr marL="3429000" indent="-228600" eaLnBrk="0" fontAlgn="base" hangingPunct="0">
              <a:spcBef>
                <a:spcPct val="0"/>
              </a:spcBef>
              <a:spcAft>
                <a:spcPct val="0"/>
              </a:spcAft>
              <a:defRPr>
                <a:solidFill>
                  <a:schemeClr val="tx1"/>
                </a:solidFill>
                <a:latin typeface="Franklin Gothic Book" pitchFamily="34" charset="0"/>
              </a:defRPr>
            </a:lvl8pPr>
            <a:lvl9pPr marL="3886200" indent="-228600" eaLnBrk="0" fontAlgn="base" hangingPunct="0">
              <a:spcBef>
                <a:spcPct val="0"/>
              </a:spcBef>
              <a:spcAft>
                <a:spcPct val="0"/>
              </a:spcAft>
              <a:defRPr>
                <a:solidFill>
                  <a:schemeClr val="tx1"/>
                </a:solidFill>
                <a:latin typeface="Franklin Gothic Book" pitchFamily="34" charset="0"/>
              </a:defRPr>
            </a:lvl9pPr>
          </a:lstStyle>
          <a:p>
            <a:pPr eaLnBrk="1" hangingPunct="1">
              <a:spcBef>
                <a:spcPct val="50000"/>
              </a:spcBef>
              <a:defRPr/>
            </a:pPr>
            <a:r>
              <a:rPr lang="ru-RU" sz="1200" dirty="0">
                <a:solidFill>
                  <a:prstClr val="white">
                    <a:lumMod val="50000"/>
                  </a:prstClr>
                </a:solidFill>
                <a:latin typeface="Calibri" pitchFamily="34" charset="0"/>
                <a:cs typeface="Calibri" pitchFamily="34" charset="0"/>
              </a:rPr>
              <a:t>© Казначейство</a:t>
            </a:r>
            <a:endParaRPr lang="en-US" sz="1200" dirty="0">
              <a:solidFill>
                <a:prstClr val="white">
                  <a:lumMod val="50000"/>
                </a:prstClr>
              </a:solidFill>
              <a:latin typeface="Calibri" pitchFamily="34" charset="0"/>
              <a:cs typeface="Calibri" pitchFamily="34" charset="0"/>
            </a:endParaRPr>
          </a:p>
        </p:txBody>
      </p:sp>
      <p:sp>
        <p:nvSpPr>
          <p:cNvPr id="9" name="Параллелограмм 8"/>
          <p:cNvSpPr/>
          <p:nvPr userDrawn="1"/>
        </p:nvSpPr>
        <p:spPr bwMode="auto">
          <a:xfrm>
            <a:off x="11623632"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Tree>
    <p:extLst>
      <p:ext uri="{BB962C8B-B14F-4D97-AF65-F5344CB8AC3E}">
        <p14:creationId xmlns:p14="http://schemas.microsoft.com/office/powerpoint/2010/main" val="15894611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Чужие слайды">
    <p:spTree>
      <p:nvGrpSpPr>
        <p:cNvPr id="1" name=""/>
        <p:cNvGrpSpPr/>
        <p:nvPr/>
      </p:nvGrpSpPr>
      <p:grpSpPr>
        <a:xfrm>
          <a:off x="0" y="0"/>
          <a:ext cx="0" cy="0"/>
          <a:chOff x="0" y="0"/>
          <a:chExt cx="0" cy="0"/>
        </a:xfrm>
      </p:grpSpPr>
      <p:pic>
        <p:nvPicPr>
          <p:cNvPr id="24" name="Picture 5"/>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17663" y="-19049"/>
            <a:ext cx="969221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Параллелограмм 14"/>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19" name="Параллелограмм 18"/>
          <p:cNvSpPr/>
          <p:nvPr userDrawn="1"/>
        </p:nvSpPr>
        <p:spPr bwMode="auto">
          <a:xfrm>
            <a:off x="9136868" y="14480"/>
            <a:ext cx="426827"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23" name="Параллелограмм 22"/>
          <p:cNvSpPr>
            <a:spLocks/>
          </p:cNvSpPr>
          <p:nvPr userDrawn="1"/>
        </p:nvSpPr>
        <p:spPr bwMode="auto">
          <a:xfrm>
            <a:off x="9346968" y="44231"/>
            <a:ext cx="385432"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9" name="Параллелограмм 8"/>
          <p:cNvSpPr/>
          <p:nvPr userDrawn="1"/>
        </p:nvSpPr>
        <p:spPr bwMode="auto">
          <a:xfrm>
            <a:off x="11623632"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Tree>
    <p:extLst>
      <p:ext uri="{BB962C8B-B14F-4D97-AF65-F5344CB8AC3E}">
        <p14:creationId xmlns:p14="http://schemas.microsoft.com/office/powerpoint/2010/main" val="40849129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Основной">
    <p:spTree>
      <p:nvGrpSpPr>
        <p:cNvPr id="1" name=""/>
        <p:cNvGrpSpPr/>
        <p:nvPr/>
      </p:nvGrpSpPr>
      <p:grpSpPr>
        <a:xfrm>
          <a:off x="0" y="0"/>
          <a:ext cx="0" cy="0"/>
          <a:chOff x="0" y="0"/>
          <a:chExt cx="0" cy="0"/>
        </a:xfrm>
      </p:grpSpPr>
      <p:pic>
        <p:nvPicPr>
          <p:cNvPr id="24" name="Picture 5"/>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17679" y="-19049"/>
            <a:ext cx="969221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Параллелограмм 14"/>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19" name="Параллелограмм 18"/>
          <p:cNvSpPr/>
          <p:nvPr userDrawn="1"/>
        </p:nvSpPr>
        <p:spPr bwMode="auto">
          <a:xfrm>
            <a:off x="9136868" y="14480"/>
            <a:ext cx="426827"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23" name="Параллелограмм 22"/>
          <p:cNvSpPr>
            <a:spLocks/>
          </p:cNvSpPr>
          <p:nvPr userDrawn="1"/>
        </p:nvSpPr>
        <p:spPr bwMode="auto">
          <a:xfrm>
            <a:off x="9346968" y="44231"/>
            <a:ext cx="385432"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7" name="Text Box 14"/>
          <p:cNvSpPr txBox="1">
            <a:spLocks noChangeArrowheads="1"/>
          </p:cNvSpPr>
          <p:nvPr userDrawn="1"/>
        </p:nvSpPr>
        <p:spPr bwMode="auto">
          <a:xfrm>
            <a:off x="-74083" y="6669361"/>
            <a:ext cx="4978400" cy="276999"/>
          </a:xfrm>
          <a:prstGeom prst="rect">
            <a:avLst/>
          </a:prstGeom>
          <a:noFill/>
          <a:ln>
            <a:noFill/>
          </a:ln>
        </p:spPr>
        <p:txBody>
          <a:bodyPr>
            <a:spAutoFit/>
          </a:bodyPr>
          <a:lstStyle>
            <a:lvl1pPr marL="173038" indent="-173038" eaLnBrk="0" hangingPunct="0">
              <a:defRPr>
                <a:solidFill>
                  <a:schemeClr val="tx1"/>
                </a:solidFill>
                <a:latin typeface="Franklin Gothic Book" pitchFamily="34" charset="0"/>
              </a:defRPr>
            </a:lvl1pPr>
            <a:lvl2pPr marL="742950" indent="-285750" eaLnBrk="0" hangingPunct="0">
              <a:defRPr>
                <a:solidFill>
                  <a:schemeClr val="tx1"/>
                </a:solidFill>
                <a:latin typeface="Franklin Gothic Book" pitchFamily="34" charset="0"/>
              </a:defRPr>
            </a:lvl2pPr>
            <a:lvl3pPr marL="1143000" indent="-228600" eaLnBrk="0" hangingPunct="0">
              <a:defRPr>
                <a:solidFill>
                  <a:schemeClr val="tx1"/>
                </a:solidFill>
                <a:latin typeface="Franklin Gothic Book" pitchFamily="34" charset="0"/>
              </a:defRPr>
            </a:lvl3pPr>
            <a:lvl4pPr marL="1600200" indent="-228600" eaLnBrk="0" hangingPunct="0">
              <a:defRPr>
                <a:solidFill>
                  <a:schemeClr val="tx1"/>
                </a:solidFill>
                <a:latin typeface="Franklin Gothic Book" pitchFamily="34" charset="0"/>
              </a:defRPr>
            </a:lvl4pPr>
            <a:lvl5pPr marL="2057400" indent="-228600" eaLnBrk="0" hangingPunct="0">
              <a:defRPr>
                <a:solidFill>
                  <a:schemeClr val="tx1"/>
                </a:solidFill>
                <a:latin typeface="Franklin Gothic Book" pitchFamily="34" charset="0"/>
              </a:defRPr>
            </a:lvl5pPr>
            <a:lvl6pPr marL="2514600" indent="-228600" eaLnBrk="0" fontAlgn="base" hangingPunct="0">
              <a:spcBef>
                <a:spcPct val="0"/>
              </a:spcBef>
              <a:spcAft>
                <a:spcPct val="0"/>
              </a:spcAft>
              <a:defRPr>
                <a:solidFill>
                  <a:schemeClr val="tx1"/>
                </a:solidFill>
                <a:latin typeface="Franklin Gothic Book" pitchFamily="34" charset="0"/>
              </a:defRPr>
            </a:lvl6pPr>
            <a:lvl7pPr marL="2971800" indent="-228600" eaLnBrk="0" fontAlgn="base" hangingPunct="0">
              <a:spcBef>
                <a:spcPct val="0"/>
              </a:spcBef>
              <a:spcAft>
                <a:spcPct val="0"/>
              </a:spcAft>
              <a:defRPr>
                <a:solidFill>
                  <a:schemeClr val="tx1"/>
                </a:solidFill>
                <a:latin typeface="Franklin Gothic Book" pitchFamily="34" charset="0"/>
              </a:defRPr>
            </a:lvl7pPr>
            <a:lvl8pPr marL="3429000" indent="-228600" eaLnBrk="0" fontAlgn="base" hangingPunct="0">
              <a:spcBef>
                <a:spcPct val="0"/>
              </a:spcBef>
              <a:spcAft>
                <a:spcPct val="0"/>
              </a:spcAft>
              <a:defRPr>
                <a:solidFill>
                  <a:schemeClr val="tx1"/>
                </a:solidFill>
                <a:latin typeface="Franklin Gothic Book" pitchFamily="34" charset="0"/>
              </a:defRPr>
            </a:lvl8pPr>
            <a:lvl9pPr marL="3886200" indent="-228600" eaLnBrk="0" fontAlgn="base" hangingPunct="0">
              <a:spcBef>
                <a:spcPct val="0"/>
              </a:spcBef>
              <a:spcAft>
                <a:spcPct val="0"/>
              </a:spcAft>
              <a:defRPr>
                <a:solidFill>
                  <a:schemeClr val="tx1"/>
                </a:solidFill>
                <a:latin typeface="Franklin Gothic Book" pitchFamily="34" charset="0"/>
              </a:defRPr>
            </a:lvl9pPr>
          </a:lstStyle>
          <a:p>
            <a:pPr eaLnBrk="1" hangingPunct="1">
              <a:spcBef>
                <a:spcPct val="50000"/>
              </a:spcBef>
              <a:defRPr/>
            </a:pPr>
            <a:r>
              <a:rPr lang="ru-RU" sz="1200" dirty="0">
                <a:solidFill>
                  <a:prstClr val="black"/>
                </a:solidFill>
                <a:latin typeface="Calibri" pitchFamily="34" charset="0"/>
                <a:cs typeface="Calibri" pitchFamily="34" charset="0"/>
              </a:rPr>
              <a:t>© Департамент финансов</a:t>
            </a:r>
            <a:endParaRPr lang="en-US" sz="1200" dirty="0">
              <a:solidFill>
                <a:prstClr val="black"/>
              </a:solidFill>
              <a:latin typeface="Calibri" pitchFamily="34" charset="0"/>
              <a:cs typeface="Calibri" pitchFamily="34" charset="0"/>
            </a:endParaRPr>
          </a:p>
        </p:txBody>
      </p:sp>
      <p:sp>
        <p:nvSpPr>
          <p:cNvPr id="9" name="Параллелограмм 8"/>
          <p:cNvSpPr/>
          <p:nvPr userDrawn="1"/>
        </p:nvSpPr>
        <p:spPr bwMode="auto">
          <a:xfrm>
            <a:off x="11623616"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Tree>
    <p:extLst>
      <p:ext uri="{BB962C8B-B14F-4D97-AF65-F5344CB8AC3E}">
        <p14:creationId xmlns:p14="http://schemas.microsoft.com/office/powerpoint/2010/main" val="33608648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Содержание">
    <p:spTree>
      <p:nvGrpSpPr>
        <p:cNvPr id="1" name=""/>
        <p:cNvGrpSpPr/>
        <p:nvPr/>
      </p:nvGrpSpPr>
      <p:grpSpPr>
        <a:xfrm>
          <a:off x="0" y="0"/>
          <a:ext cx="0" cy="0"/>
          <a:chOff x="0" y="0"/>
          <a:chExt cx="0" cy="0"/>
        </a:xfrm>
      </p:grpSpPr>
      <p:sp>
        <p:nvSpPr>
          <p:cNvPr id="23" name="Параллелограмм 22"/>
          <p:cNvSpPr>
            <a:spLocks/>
          </p:cNvSpPr>
          <p:nvPr userDrawn="1"/>
        </p:nvSpPr>
        <p:spPr bwMode="auto">
          <a:xfrm>
            <a:off x="239392" y="-27384"/>
            <a:ext cx="384000"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19" name="Параллелограмм 18"/>
          <p:cNvSpPr/>
          <p:nvPr userDrawn="1"/>
        </p:nvSpPr>
        <p:spPr bwMode="auto">
          <a:xfrm>
            <a:off x="71392" y="44624"/>
            <a:ext cx="336000" cy="468000"/>
          </a:xfrm>
          <a:prstGeom prst="parallelogram">
            <a:avLst>
              <a:gd name="adj" fmla="val 77525"/>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6" name="Параллелограмм 5"/>
          <p:cNvSpPr>
            <a:spLocks/>
          </p:cNvSpPr>
          <p:nvPr userDrawn="1"/>
        </p:nvSpPr>
        <p:spPr bwMode="auto">
          <a:xfrm>
            <a:off x="11562908" y="6544797"/>
            <a:ext cx="350400" cy="325880"/>
          </a:xfrm>
          <a:prstGeom prst="parallelogram">
            <a:avLst>
              <a:gd name="adj" fmla="val 53250"/>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
        <p:nvSpPr>
          <p:cNvPr id="7" name="Параллелограмм 6"/>
          <p:cNvSpPr/>
          <p:nvPr userDrawn="1"/>
        </p:nvSpPr>
        <p:spPr bwMode="auto">
          <a:xfrm>
            <a:off x="11623616" y="5894485"/>
            <a:ext cx="667339" cy="1152000"/>
          </a:xfrm>
          <a:prstGeom prst="parallelogram">
            <a:avLst>
              <a:gd name="adj" fmla="val 97137"/>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a:endParaRPr lang="ru-RU" sz="2000" kern="0" dirty="0">
              <a:solidFill>
                <a:srgbClr val="FFFFFF"/>
              </a:solidFill>
              <a:latin typeface="Fedra Sans Pro Book"/>
            </a:endParaRPr>
          </a:p>
        </p:txBody>
      </p:sp>
    </p:spTree>
    <p:extLst>
      <p:ext uri="{BB962C8B-B14F-4D97-AF65-F5344CB8AC3E}">
        <p14:creationId xmlns:p14="http://schemas.microsoft.com/office/powerpoint/2010/main" val="30202038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CZAR2014_Обычный слайд">
    <p:spTree>
      <p:nvGrpSpPr>
        <p:cNvPr id="1" name=""/>
        <p:cNvGrpSpPr/>
        <p:nvPr/>
      </p:nvGrpSpPr>
      <p:grpSpPr>
        <a:xfrm>
          <a:off x="0" y="0"/>
          <a:ext cx="0" cy="0"/>
          <a:chOff x="0" y="0"/>
          <a:chExt cx="0" cy="0"/>
        </a:xfrm>
      </p:grpSpPr>
      <p:pic>
        <p:nvPicPr>
          <p:cNvPr id="24" name="Picture 5"/>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17507" y="-19049"/>
            <a:ext cx="969221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Параллелограмм 18"/>
          <p:cNvSpPr/>
          <p:nvPr userDrawn="1"/>
        </p:nvSpPr>
        <p:spPr bwMode="auto">
          <a:xfrm>
            <a:off x="9136868" y="14480"/>
            <a:ext cx="426827" cy="606208"/>
          </a:xfrm>
          <a:prstGeom prst="parallelogram">
            <a:avLst>
              <a:gd name="adj" fmla="val 80500"/>
            </a:avLst>
          </a:prstGeom>
          <a:gradFill flip="none" rotWithShape="1">
            <a:gsLst>
              <a:gs pos="0">
                <a:srgbClr val="AB331F"/>
              </a:gs>
              <a:gs pos="100000">
                <a:srgbClr val="DA4A32"/>
              </a:gs>
            </a:gsLst>
            <a:lin ang="0" scaled="1"/>
            <a:tileRect/>
          </a:gradFill>
          <a:ln w="9525" cap="flat" cmpd="sng" algn="ctr">
            <a:noFill/>
            <a:prstDash val="solid"/>
          </a:ln>
          <a:effectLst/>
        </p:spPr>
        <p:txBody>
          <a:bodyPr lIns="121893" tIns="60945" rIns="121893" bIns="60945" rtlCol="0" anchor="ctr"/>
          <a:lstStyle/>
          <a:p>
            <a:pPr algn="ctr" defTabSz="1038739" fontAlgn="auto">
              <a:spcBef>
                <a:spcPts val="0"/>
              </a:spcBef>
              <a:spcAft>
                <a:spcPts val="0"/>
              </a:spcAft>
            </a:pPr>
            <a:endParaRPr lang="ru-RU" sz="2000" kern="0" dirty="0">
              <a:solidFill>
                <a:srgbClr val="FFFFFF"/>
              </a:solidFill>
              <a:latin typeface="Fedra Sans Pro Book"/>
            </a:endParaRPr>
          </a:p>
        </p:txBody>
      </p:sp>
      <p:sp>
        <p:nvSpPr>
          <p:cNvPr id="23" name="Параллелограмм 22"/>
          <p:cNvSpPr>
            <a:spLocks/>
          </p:cNvSpPr>
          <p:nvPr userDrawn="1"/>
        </p:nvSpPr>
        <p:spPr bwMode="auto">
          <a:xfrm>
            <a:off x="9346968" y="44231"/>
            <a:ext cx="385432" cy="367200"/>
          </a:xfrm>
          <a:prstGeom prst="parallelogram">
            <a:avLst>
              <a:gd name="adj" fmla="val 53287"/>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fontAlgn="auto">
              <a:spcBef>
                <a:spcPts val="0"/>
              </a:spcBef>
              <a:spcAft>
                <a:spcPts val="0"/>
              </a:spcAft>
            </a:pPr>
            <a:endParaRPr lang="ru-RU" sz="2000" kern="0" dirty="0">
              <a:solidFill>
                <a:srgbClr val="FFFFFF"/>
              </a:solidFill>
              <a:latin typeface="Fedra Sans Pro Book"/>
            </a:endParaRPr>
          </a:p>
        </p:txBody>
      </p:sp>
      <p:sp>
        <p:nvSpPr>
          <p:cNvPr id="7" name="Text Box 14"/>
          <p:cNvSpPr txBox="1">
            <a:spLocks noChangeArrowheads="1"/>
          </p:cNvSpPr>
          <p:nvPr userDrawn="1"/>
        </p:nvSpPr>
        <p:spPr bwMode="auto">
          <a:xfrm>
            <a:off x="-74083" y="6669361"/>
            <a:ext cx="4978400" cy="276999"/>
          </a:xfrm>
          <a:prstGeom prst="rect">
            <a:avLst/>
          </a:prstGeom>
          <a:noFill/>
          <a:ln>
            <a:noFill/>
          </a:ln>
        </p:spPr>
        <p:txBody>
          <a:bodyPr>
            <a:spAutoFit/>
          </a:bodyPr>
          <a:lstStyle>
            <a:lvl1pPr marL="173038" indent="-173038" eaLnBrk="0" hangingPunct="0">
              <a:defRPr>
                <a:solidFill>
                  <a:schemeClr val="tx1"/>
                </a:solidFill>
                <a:latin typeface="Franklin Gothic Book" pitchFamily="34" charset="0"/>
              </a:defRPr>
            </a:lvl1pPr>
            <a:lvl2pPr marL="742950" indent="-285750" eaLnBrk="0" hangingPunct="0">
              <a:defRPr>
                <a:solidFill>
                  <a:schemeClr val="tx1"/>
                </a:solidFill>
                <a:latin typeface="Franklin Gothic Book" pitchFamily="34" charset="0"/>
              </a:defRPr>
            </a:lvl2pPr>
            <a:lvl3pPr marL="1143000" indent="-228600" eaLnBrk="0" hangingPunct="0">
              <a:defRPr>
                <a:solidFill>
                  <a:schemeClr val="tx1"/>
                </a:solidFill>
                <a:latin typeface="Franklin Gothic Book" pitchFamily="34" charset="0"/>
              </a:defRPr>
            </a:lvl3pPr>
            <a:lvl4pPr marL="1600200" indent="-228600" eaLnBrk="0" hangingPunct="0">
              <a:defRPr>
                <a:solidFill>
                  <a:schemeClr val="tx1"/>
                </a:solidFill>
                <a:latin typeface="Franklin Gothic Book" pitchFamily="34" charset="0"/>
              </a:defRPr>
            </a:lvl4pPr>
            <a:lvl5pPr marL="2057400" indent="-228600" eaLnBrk="0" hangingPunct="0">
              <a:defRPr>
                <a:solidFill>
                  <a:schemeClr val="tx1"/>
                </a:solidFill>
                <a:latin typeface="Franklin Gothic Book" pitchFamily="34" charset="0"/>
              </a:defRPr>
            </a:lvl5pPr>
            <a:lvl6pPr marL="2514600" indent="-228600" eaLnBrk="0" fontAlgn="base" hangingPunct="0">
              <a:spcBef>
                <a:spcPct val="0"/>
              </a:spcBef>
              <a:spcAft>
                <a:spcPct val="0"/>
              </a:spcAft>
              <a:defRPr>
                <a:solidFill>
                  <a:schemeClr val="tx1"/>
                </a:solidFill>
                <a:latin typeface="Franklin Gothic Book" pitchFamily="34" charset="0"/>
              </a:defRPr>
            </a:lvl6pPr>
            <a:lvl7pPr marL="2971800" indent="-228600" eaLnBrk="0" fontAlgn="base" hangingPunct="0">
              <a:spcBef>
                <a:spcPct val="0"/>
              </a:spcBef>
              <a:spcAft>
                <a:spcPct val="0"/>
              </a:spcAft>
              <a:defRPr>
                <a:solidFill>
                  <a:schemeClr val="tx1"/>
                </a:solidFill>
                <a:latin typeface="Franklin Gothic Book" pitchFamily="34" charset="0"/>
              </a:defRPr>
            </a:lvl7pPr>
            <a:lvl8pPr marL="3429000" indent="-228600" eaLnBrk="0" fontAlgn="base" hangingPunct="0">
              <a:spcBef>
                <a:spcPct val="0"/>
              </a:spcBef>
              <a:spcAft>
                <a:spcPct val="0"/>
              </a:spcAft>
              <a:defRPr>
                <a:solidFill>
                  <a:schemeClr val="tx1"/>
                </a:solidFill>
                <a:latin typeface="Franklin Gothic Book" pitchFamily="34" charset="0"/>
              </a:defRPr>
            </a:lvl8pPr>
            <a:lvl9pPr marL="3886200" indent="-228600" eaLnBrk="0" fontAlgn="base" hangingPunct="0">
              <a:spcBef>
                <a:spcPct val="0"/>
              </a:spcBef>
              <a:spcAft>
                <a:spcPct val="0"/>
              </a:spcAft>
              <a:defRPr>
                <a:solidFill>
                  <a:schemeClr val="tx1"/>
                </a:solidFill>
                <a:latin typeface="Franklin Gothic Book" pitchFamily="34" charset="0"/>
              </a:defRPr>
            </a:lvl9pPr>
          </a:lstStyle>
          <a:p>
            <a:pPr eaLnBrk="1" fontAlgn="auto" hangingPunct="1">
              <a:spcBef>
                <a:spcPct val="50000"/>
              </a:spcBef>
              <a:spcAft>
                <a:spcPts val="0"/>
              </a:spcAft>
              <a:defRPr/>
            </a:pPr>
            <a:r>
              <a:rPr lang="ru-RU" sz="1200" dirty="0">
                <a:solidFill>
                  <a:prstClr val="white">
                    <a:lumMod val="50000"/>
                  </a:prstClr>
                </a:solidFill>
                <a:latin typeface="Calibri" pitchFamily="34" charset="0"/>
                <a:cs typeface="Calibri" pitchFamily="34" charset="0"/>
              </a:rPr>
              <a:t>Казначейство</a:t>
            </a:r>
            <a:endParaRPr lang="en-US" sz="1200" dirty="0">
              <a:solidFill>
                <a:prstClr val="white">
                  <a:lumMod val="50000"/>
                </a:prstClr>
              </a:solidFill>
              <a:latin typeface="Calibri" pitchFamily="34" charset="0"/>
              <a:cs typeface="Calibri" pitchFamily="34" charset="0"/>
            </a:endParaRPr>
          </a:p>
        </p:txBody>
      </p:sp>
      <p:sp>
        <p:nvSpPr>
          <p:cNvPr id="13" name="Параллелограмм 12"/>
          <p:cNvSpPr>
            <a:spLocks/>
          </p:cNvSpPr>
          <p:nvPr userDrawn="1"/>
        </p:nvSpPr>
        <p:spPr bwMode="auto">
          <a:xfrm>
            <a:off x="11519228" y="6544797"/>
            <a:ext cx="350400" cy="325880"/>
          </a:xfrm>
          <a:prstGeom prst="parallelogram">
            <a:avLst>
              <a:gd name="adj" fmla="val 55062"/>
            </a:avLst>
          </a:prstGeom>
          <a:gradFill flip="none" rotWithShape="1">
            <a:gsLst>
              <a:gs pos="0">
                <a:srgbClr val="008000"/>
              </a:gs>
              <a:gs pos="100000">
                <a:srgbClr val="7DC244"/>
              </a:gs>
            </a:gsLst>
            <a:lin ang="0" scaled="1"/>
            <a:tileRect/>
          </a:gradFill>
          <a:ln w="9525" cap="flat" cmpd="sng" algn="ctr">
            <a:noFill/>
            <a:prstDash val="solid"/>
          </a:ln>
          <a:effectLst/>
        </p:spPr>
        <p:txBody>
          <a:bodyPr lIns="121893" tIns="60945" rIns="121893" bIns="60945" rtlCol="0" anchor="ctr"/>
          <a:lstStyle/>
          <a:p>
            <a:pPr algn="ctr" defTabSz="1038739" fontAlgn="auto">
              <a:spcBef>
                <a:spcPts val="0"/>
              </a:spcBef>
              <a:spcAft>
                <a:spcPts val="0"/>
              </a:spcAft>
            </a:pPr>
            <a:endParaRPr lang="ru-RU" sz="2000" kern="0" dirty="0">
              <a:solidFill>
                <a:srgbClr val="FFFFFF"/>
              </a:solidFill>
              <a:latin typeface="Fedra Sans Pro Book"/>
            </a:endParaRPr>
          </a:p>
        </p:txBody>
      </p:sp>
      <p:sp>
        <p:nvSpPr>
          <p:cNvPr id="14" name="Параллелограмм 13"/>
          <p:cNvSpPr/>
          <p:nvPr userDrawn="1"/>
        </p:nvSpPr>
        <p:spPr bwMode="auto">
          <a:xfrm>
            <a:off x="11649887" y="6453615"/>
            <a:ext cx="308620" cy="366563"/>
          </a:xfrm>
          <a:prstGeom prst="parallelogram">
            <a:avLst>
              <a:gd name="adj" fmla="val 70730"/>
            </a:avLst>
          </a:prstGeom>
          <a:gradFill flip="none" rotWithShape="1">
            <a:gsLst>
              <a:gs pos="0">
                <a:srgbClr val="AB331F"/>
              </a:gs>
              <a:gs pos="100000">
                <a:srgbClr val="DA4A32"/>
              </a:gs>
            </a:gsLst>
            <a:lin ang="0" scaled="1"/>
            <a:tileRect/>
          </a:gradFill>
          <a:ln w="9525" cap="flat" cmpd="sng" algn="ctr">
            <a:noFill/>
            <a:prstDash val="solid"/>
          </a:ln>
          <a:effectLst>
            <a:outerShdw blurRad="38100" dist="38100" dir="2700000" sx="87000" sy="87000" algn="tl" rotWithShape="0">
              <a:prstClr val="black">
                <a:alpha val="45000"/>
              </a:prstClr>
            </a:outerShdw>
          </a:effectLst>
        </p:spPr>
        <p:txBody>
          <a:bodyPr lIns="121893" tIns="60945" rIns="121893" bIns="60945" rtlCol="0" anchor="ctr"/>
          <a:lstStyle/>
          <a:p>
            <a:pPr algn="ctr" defTabSz="1038739" fontAlgn="auto">
              <a:spcBef>
                <a:spcPts val="0"/>
              </a:spcBef>
              <a:spcAft>
                <a:spcPts val="0"/>
              </a:spcAft>
            </a:pPr>
            <a:endParaRPr lang="ru-RU" sz="2000" kern="0" dirty="0">
              <a:solidFill>
                <a:srgbClr val="FFFFFF"/>
              </a:solidFill>
              <a:latin typeface="Fedra Sans Pro Book"/>
            </a:endParaRPr>
          </a:p>
        </p:txBody>
      </p:sp>
      <p:sp>
        <p:nvSpPr>
          <p:cNvPr id="10" name="Заголовок 1"/>
          <p:cNvSpPr>
            <a:spLocks noGrp="1"/>
          </p:cNvSpPr>
          <p:nvPr>
            <p:ph type="title"/>
          </p:nvPr>
        </p:nvSpPr>
        <p:spPr>
          <a:xfrm>
            <a:off x="239184" y="0"/>
            <a:ext cx="11343216" cy="620688"/>
          </a:xfrm>
          <a:prstGeom prst="rect">
            <a:avLst/>
          </a:prstGeom>
        </p:spPr>
        <p:txBody>
          <a:bodyPr lIns="108000" tIns="0" rIns="0" bIns="0" anchor="ctr"/>
          <a:lstStyle>
            <a:lvl1pPr>
              <a:defRPr>
                <a:solidFill>
                  <a:srgbClr val="3F3F3F"/>
                </a:solidFill>
              </a:defRPr>
            </a:lvl1pPr>
          </a:lstStyle>
          <a:p>
            <a:r>
              <a:rPr lang="ru-RU" dirty="0"/>
              <a:t>Образец заголовка</a:t>
            </a:r>
          </a:p>
        </p:txBody>
      </p:sp>
    </p:spTree>
    <p:extLst>
      <p:ext uri="{BB962C8B-B14F-4D97-AF65-F5344CB8AC3E}">
        <p14:creationId xmlns:p14="http://schemas.microsoft.com/office/powerpoint/2010/main" val="8987907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1_Пользовательский макет">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4" imgW="471" imgH="472" progId="TCLayout.ActiveDocument.1">
                  <p:embed/>
                </p:oleObj>
              </mc:Choice>
              <mc:Fallback>
                <p:oleObj name="Слайд think-cell" r:id="rId4" imgW="471" imgH="472" progId="TCLayout.ActiveDocument.1">
                  <p:embed/>
                  <p:pic>
                    <p:nvPicPr>
                      <p:cNvPr id="5" name="Объект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Прямоугольник 3" hidden="1"/>
          <p:cNvSpPr/>
          <p:nvPr userDrawn="1">
            <p:custDataLst>
              <p:tags r:id="rId2"/>
            </p:custDataLst>
          </p:nvPr>
        </p:nvSpPr>
        <p:spPr>
          <a:xfrm>
            <a:off x="0" y="0"/>
            <a:ext cx="158750" cy="158750"/>
          </a:xfrm>
          <a:prstGeom prst="rect">
            <a:avLst/>
          </a:prstGeom>
          <a:solidFill>
            <a:schemeClr val="accent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ru-RU" sz="2000" b="0" i="0" baseline="0" dirty="0">
              <a:latin typeface="Segoe UI" panose="020B0502040204020203" pitchFamily="34" charset="0"/>
              <a:ea typeface="+mj-ea"/>
              <a:cs typeface="+mj-cs"/>
              <a:sym typeface="Segoe UI" panose="020B0502040204020203" pitchFamily="34" charset="0"/>
            </a:endParaRPr>
          </a:p>
        </p:txBody>
      </p:sp>
      <p:sp>
        <p:nvSpPr>
          <p:cNvPr id="2" name="Заголовок 1"/>
          <p:cNvSpPr>
            <a:spLocks noGrp="1"/>
          </p:cNvSpPr>
          <p:nvPr>
            <p:ph type="title"/>
          </p:nvPr>
        </p:nvSpPr>
        <p:spPr>
          <a:xfrm>
            <a:off x="391265" y="192075"/>
            <a:ext cx="10555873" cy="276999"/>
          </a:xfrm>
        </p:spPr>
        <p:txBody>
          <a:bodyPr/>
          <a:lstStyle>
            <a:lvl1pPr>
              <a:defRPr sz="2000"/>
            </a:lvl1pPr>
          </a:lstStyle>
          <a:p>
            <a:r>
              <a:rPr lang="ru-RU"/>
              <a:t>Образец заголовка</a:t>
            </a:r>
            <a:endParaRPr lang="ru-RU" dirty="0"/>
          </a:p>
        </p:txBody>
      </p:sp>
      <p:sp>
        <p:nvSpPr>
          <p:cNvPr id="3" name="Номер слайда 2"/>
          <p:cNvSpPr>
            <a:spLocks noGrp="1"/>
          </p:cNvSpPr>
          <p:nvPr>
            <p:ph type="sldNum" sz="quarter" idx="10"/>
          </p:nvPr>
        </p:nvSpPr>
        <p:spPr>
          <a:xfrm>
            <a:off x="11810470" y="6576020"/>
            <a:ext cx="589856" cy="365125"/>
          </a:xfrm>
          <a:prstGeom prst="rect">
            <a:avLst/>
          </a:prstGeom>
        </p:spPr>
        <p:txBody>
          <a:bodyPr/>
          <a:lstStyle/>
          <a:p>
            <a:fld id="{B19B0651-EE4F-4900-A07F-96A6BFA9D0F0}" type="slidenum">
              <a:rPr lang="ru-RU" smtClean="0">
                <a:solidFill>
                  <a:prstClr val="black">
                    <a:tint val="75000"/>
                  </a:prstClr>
                </a:solidFill>
              </a:rPr>
              <a:pPr/>
              <a:t>‹#›</a:t>
            </a:fld>
            <a:endParaRPr lang="ru-RU" dirty="0">
              <a:solidFill>
                <a:prstClr val="black">
                  <a:tint val="75000"/>
                </a:prstClr>
              </a:solidFill>
            </a:endParaRPr>
          </a:p>
        </p:txBody>
      </p:sp>
      <p:pic>
        <p:nvPicPr>
          <p:cNvPr id="2167" name="Рисунок 2166"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68" name="Рисунок 2167"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69" name="Рисунок 2168"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0" name="Рисунок 2169"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1" name="Рисунок 2170"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2" name="Рисунок 2171"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3" name="Рисунок 2172"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4" name="Рисунок 2173"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5" name="Рисунок 2174"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6" name="Рисунок 2175"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7" name="Рисунок 2176"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pic>
        <p:nvPicPr>
          <p:cNvPr id="2178" name="Рисунок 2177" descr="http://277CFEF32177A4B1AA838F1AC8627F3C.dms.sberbank.ru/277CFEF32177A4B1AA838F1AC8627F3C-D721484550977C95F98CF7A7709B105F-B058A5EA472CB7D47202A9B873626704/1.png"/>
          <p:cNvPicPr>
            <a:picLocks/>
          </p:cNvPicPr>
          <p:nvPr userDrawn="1"/>
        </p:nvPicPr>
        <p:blipFill>
          <a:blip r:link="rId6"/>
          <a:stretch>
            <a:fillRect/>
          </a:stretch>
        </p:blipFill>
        <p:spPr>
          <a:xfrm>
            <a:off x="0" y="0"/>
            <a:ext cx="1588" cy="1588"/>
          </a:xfrm>
          <a:prstGeom prst="rect">
            <a:avLst/>
          </a:prstGeom>
        </p:spPr>
      </p:pic>
    </p:spTree>
    <p:extLst>
      <p:ext uri="{BB962C8B-B14F-4D97-AF65-F5344CB8AC3E}">
        <p14:creationId xmlns:p14="http://schemas.microsoft.com/office/powerpoint/2010/main" val="34196907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7"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tags" Target="../tags/tag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7"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6.xml"/></Relationships>
</file>

<file path=ppt/slideMasters/_rels/slideMaster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13.xml"/><Relationship Id="rId7" Type="http://schemas.openxmlformats.org/officeDocument/2006/relationships/tags" Target="../tags/tag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theme" Target="../theme/theme7.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image" Target="../media/image9.emf"/><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41" Type="http://schemas.openxmlformats.org/officeDocument/2006/relationships/oleObject" Target="../embeddings/oleObject5.bin"/><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tags" Target="../tags/tag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8" Type="http://schemas.openxmlformats.org/officeDocument/2006/relationships/slideLayout" Target="../slideLayouts/slideLayout23.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Объект 1" hidden="1"/>
          <p:cNvGraphicFramePr>
            <a:graphicFrameLocks noChangeAspect="1"/>
          </p:cNvGraphicFramePr>
          <p:nvPr userDrawn="1">
            <p:custDataLst>
              <p:tags r:id="rId4"/>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Слайд think-cell" r:id="rId5" imgW="359" imgH="360" progId="TCLayout.ActiveDocument.1">
                  <p:embed/>
                </p:oleObj>
              </mc:Choice>
              <mc:Fallback>
                <p:oleObj name="Слайд think-cell" r:id="rId5" imgW="359" imgH="360" progId="TCLayout.ActiveDocument.1">
                  <p:embed/>
                  <p:pic>
                    <p:nvPicPr>
                      <p:cNvPr id="2" name="Объект 1" hidden="1"/>
                      <p:cNvPicPr/>
                      <p:nvPr/>
                    </p:nvPicPr>
                    <p:blipFill>
                      <a:blip r:embed="rId6"/>
                      <a:stretch>
                        <a:fillRect/>
                      </a:stretch>
                    </p:blipFill>
                    <p:spPr>
                      <a:xfrm>
                        <a:off x="1589" y="1589"/>
                        <a:ext cx="1588" cy="1588"/>
                      </a:xfrm>
                      <a:prstGeom prst="rect">
                        <a:avLst/>
                      </a:prstGeom>
                    </p:spPr>
                  </p:pic>
                </p:oleObj>
              </mc:Fallback>
            </mc:AlternateContent>
          </a:graphicData>
        </a:graphic>
      </p:graphicFrame>
      <p:pic>
        <p:nvPicPr>
          <p:cNvPr id="7" name="Рисунок 6">
            <a:extLst>
              <a:ext uri="{FF2B5EF4-FFF2-40B4-BE49-F238E27FC236}">
                <a16:creationId xmlns:a16="http://schemas.microsoft.com/office/drawing/2014/main" id="{CF6EDF09-AA0D-4E85-B458-BF9CBED1E702}"/>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488312" y="6305821"/>
            <a:ext cx="1431224" cy="268739"/>
          </a:xfrm>
          <a:prstGeom prst="rect">
            <a:avLst/>
          </a:prstGeom>
        </p:spPr>
      </p:pic>
      <p:cxnSp>
        <p:nvCxnSpPr>
          <p:cNvPr id="8" name="Прямая соединительная линия 7">
            <a:extLst>
              <a:ext uri="{FF2B5EF4-FFF2-40B4-BE49-F238E27FC236}">
                <a16:creationId xmlns:a16="http://schemas.microsoft.com/office/drawing/2014/main" id="{C8B732FB-8A0E-4B58-9646-39B75236A086}"/>
              </a:ext>
            </a:extLst>
          </p:cNvPr>
          <p:cNvCxnSpPr>
            <a:cxnSpLocks/>
          </p:cNvCxnSpPr>
          <p:nvPr userDrawn="1"/>
        </p:nvCxnSpPr>
        <p:spPr>
          <a:xfrm>
            <a:off x="3503712" y="6440191"/>
            <a:ext cx="345280" cy="0"/>
          </a:xfrm>
          <a:prstGeom prst="line">
            <a:avLst/>
          </a:prstGeom>
          <a:ln w="12700">
            <a:solidFill>
              <a:srgbClr val="41516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A7E2D57-E406-4966-9E02-D34E6ED52C86}"/>
              </a:ext>
            </a:extLst>
          </p:cNvPr>
          <p:cNvSpPr txBox="1"/>
          <p:nvPr userDrawn="1"/>
        </p:nvSpPr>
        <p:spPr>
          <a:xfrm>
            <a:off x="2033412" y="6365263"/>
            <a:ext cx="2730131" cy="161711"/>
          </a:xfrm>
          <a:prstGeom prst="rect">
            <a:avLst/>
          </a:prstGeom>
          <a:noFill/>
        </p:spPr>
        <p:txBody>
          <a:bodyPr wrap="square" lIns="0" tIns="0" rIns="0" bIns="0" rtlCol="0">
            <a:spAutoFit/>
          </a:bodyPr>
          <a:lstStyle/>
          <a:p>
            <a:pPr defTabSz="0"/>
            <a:r>
              <a:rPr lang="en-US" sz="1051" dirty="0">
                <a:solidFill>
                  <a:srgbClr val="283A51"/>
                </a:solidFill>
                <a:latin typeface="Circe Light" panose="020B0402020203020203" pitchFamily="34" charset="-52"/>
              </a:rPr>
              <a:t>Earnings presentation</a:t>
            </a:r>
            <a:endParaRPr lang="ru-RU" sz="1051" dirty="0">
              <a:solidFill>
                <a:srgbClr val="283A51"/>
              </a:solidFill>
              <a:latin typeface="Circe Light" panose="020B0402020203020203" pitchFamily="34" charset="-52"/>
            </a:endParaRPr>
          </a:p>
        </p:txBody>
      </p:sp>
      <p:sp>
        <p:nvSpPr>
          <p:cNvPr id="10" name="Номер слайда 5">
            <a:extLst>
              <a:ext uri="{FF2B5EF4-FFF2-40B4-BE49-F238E27FC236}">
                <a16:creationId xmlns:a16="http://schemas.microsoft.com/office/drawing/2014/main" id="{60315CCD-8C7F-4E6F-9DE8-33C698769B17}"/>
              </a:ext>
            </a:extLst>
          </p:cNvPr>
          <p:cNvSpPr txBox="1">
            <a:spLocks/>
          </p:cNvSpPr>
          <p:nvPr userDrawn="1"/>
        </p:nvSpPr>
        <p:spPr>
          <a:xfrm>
            <a:off x="4151785" y="6263491"/>
            <a:ext cx="611759" cy="365125"/>
          </a:xfrm>
          <a:prstGeom prst="rect">
            <a:avLst/>
          </a:prstGeom>
        </p:spPr>
        <p:txBody>
          <a:bodyPr/>
          <a:lstStyle>
            <a:defPPr>
              <a:defRPr lang="ru-RU"/>
            </a:defPPr>
            <a:lvl1pPr>
              <a:defRPr sz="2000"/>
            </a:lvl1pPr>
          </a:lstStyle>
          <a:p>
            <a:pPr lvl="0"/>
            <a:fld id="{054C8753-49EE-4AA4-B7F7-004F2534EA1E}" type="slidenum">
              <a:rPr lang="ru-RU" sz="2000" smtClean="0"/>
              <a:pPr lvl="0"/>
              <a:t>‹#›</a:t>
            </a:fld>
            <a:endParaRPr lang="ru-RU" sz="2000" dirty="0"/>
          </a:p>
        </p:txBody>
      </p:sp>
    </p:spTree>
    <p:extLst>
      <p:ext uri="{BB962C8B-B14F-4D97-AF65-F5344CB8AC3E}">
        <p14:creationId xmlns:p14="http://schemas.microsoft.com/office/powerpoint/2010/main" val="3633158340"/>
      </p:ext>
    </p:extLst>
  </p:cSld>
  <p:clrMap bg1="lt1" tx1="dk1" bg2="lt2" tx2="dk2" accent1="accent1" accent2="accent2" accent3="accent3" accent4="accent4" accent5="accent5" accent6="accent6" hlink="hlink" folHlink="folHlink"/>
  <p:sldLayoutIdLst>
    <p:sldLayoutId id="2147483674" r:id="rId1"/>
    <p:sldLayoutId id="2147483675" r:id="rId2"/>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Объект 1" hidden="1">
            <a:extLst>
              <a:ext uri="{FF2B5EF4-FFF2-40B4-BE49-F238E27FC236}">
                <a16:creationId xmlns:a16="http://schemas.microsoft.com/office/drawing/2014/main" id="{8409898E-CD35-0444-B7FF-823D90A040F7}"/>
              </a:ext>
            </a:extLst>
          </p:cNvPr>
          <p:cNvGraphicFramePr>
            <a:graphicFrameLocks noChangeAspect="1"/>
          </p:cNvGraphicFramePr>
          <p:nvPr userDrawn="1">
            <p:custDataLst>
              <p:tags r:id="rId4"/>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Слайд think-cell" r:id="rId5" imgW="7772400" imgH="10058400" progId="TCLayout.ActiveDocument.1">
                  <p:embed/>
                </p:oleObj>
              </mc:Choice>
              <mc:Fallback>
                <p:oleObj name="Слайд think-cell" r:id="rId5" imgW="7772400" imgH="10058400" progId="TCLayout.ActiveDocument.1">
                  <p:embed/>
                  <p:pic>
                    <p:nvPicPr>
                      <p:cNvPr id="2" name="Объект 1" hidden="1">
                        <a:extLst>
                          <a:ext uri="{FF2B5EF4-FFF2-40B4-BE49-F238E27FC236}">
                            <a16:creationId xmlns:a16="http://schemas.microsoft.com/office/drawing/2014/main" id="{8409898E-CD35-0444-B7FF-823D90A040F7}"/>
                          </a:ext>
                        </a:extLst>
                      </p:cNvPr>
                      <p:cNvPicPr/>
                      <p:nvPr/>
                    </p:nvPicPr>
                    <p:blipFill>
                      <a:blip r:embed="rId6"/>
                      <a:stretch>
                        <a:fillRect/>
                      </a:stretch>
                    </p:blipFill>
                    <p:spPr>
                      <a:xfrm>
                        <a:off x="1589" y="1589"/>
                        <a:ext cx="1587" cy="1587"/>
                      </a:xfrm>
                      <a:prstGeom prst="rect">
                        <a:avLst/>
                      </a:prstGeom>
                    </p:spPr>
                  </p:pic>
                </p:oleObj>
              </mc:Fallback>
            </mc:AlternateContent>
          </a:graphicData>
        </a:graphic>
      </p:graphicFrame>
      <p:cxnSp>
        <p:nvCxnSpPr>
          <p:cNvPr id="3" name="Прямая соединительная линия 2">
            <a:extLst>
              <a:ext uri="{FF2B5EF4-FFF2-40B4-BE49-F238E27FC236}">
                <a16:creationId xmlns:a16="http://schemas.microsoft.com/office/drawing/2014/main" id="{C8B732FB-8A0E-4B58-9646-39B75236A086}"/>
              </a:ext>
            </a:extLst>
          </p:cNvPr>
          <p:cNvCxnSpPr>
            <a:cxnSpLocks/>
          </p:cNvCxnSpPr>
          <p:nvPr userDrawn="1"/>
        </p:nvCxnSpPr>
        <p:spPr>
          <a:xfrm>
            <a:off x="3359696" y="6295576"/>
            <a:ext cx="345280" cy="0"/>
          </a:xfrm>
          <a:prstGeom prst="line">
            <a:avLst/>
          </a:prstGeom>
          <a:ln w="12700">
            <a:solidFill>
              <a:srgbClr val="41516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82F8F90-BF96-4BFE-883A-4458FA97B361}"/>
              </a:ext>
            </a:extLst>
          </p:cNvPr>
          <p:cNvSpPr txBox="1"/>
          <p:nvPr userDrawn="1"/>
        </p:nvSpPr>
        <p:spPr>
          <a:xfrm>
            <a:off x="1756133" y="6226807"/>
            <a:ext cx="3403764" cy="161711"/>
          </a:xfrm>
          <a:prstGeom prst="rect">
            <a:avLst/>
          </a:prstGeom>
          <a:noFill/>
        </p:spPr>
        <p:txBody>
          <a:bodyPr wrap="square" lIns="0" tIns="0" rIns="0" bIns="0" rtlCol="0">
            <a:spAutoFit/>
          </a:bodyPr>
          <a:lstStyle/>
          <a:p>
            <a:pPr defTabSz="0"/>
            <a:r>
              <a:rPr lang="ru-RU" sz="1051" dirty="0">
                <a:solidFill>
                  <a:srgbClr val="283A51"/>
                </a:solidFill>
                <a:latin typeface="Circe Light" panose="020B0402020203020203" pitchFamily="34" charset="-52"/>
              </a:rPr>
              <a:t>Итоги Группы по МСФО</a:t>
            </a:r>
          </a:p>
        </p:txBody>
      </p:sp>
      <p:sp>
        <p:nvSpPr>
          <p:cNvPr id="8" name="Номер слайда 29">
            <a:extLst>
              <a:ext uri="{FF2B5EF4-FFF2-40B4-BE49-F238E27FC236}">
                <a16:creationId xmlns:a16="http://schemas.microsoft.com/office/drawing/2014/main" id="{9E42A083-A0D0-7940-8508-DE315CE42248}"/>
              </a:ext>
            </a:extLst>
          </p:cNvPr>
          <p:cNvSpPr txBox="1">
            <a:spLocks/>
          </p:cNvSpPr>
          <p:nvPr userDrawn="1"/>
        </p:nvSpPr>
        <p:spPr>
          <a:xfrm>
            <a:off x="3791744" y="6131396"/>
            <a:ext cx="521496" cy="365125"/>
          </a:xfrm>
          <a:prstGeom prst="rect">
            <a:avLst/>
          </a:prstGeom>
        </p:spPr>
        <p:txBody>
          <a:bodyPr vert="horz" lIns="91440" tIns="45720" rIns="91440" bIns="45720" rtlCol="0" anchor="ctr"/>
          <a:lstStyle>
            <a:defPPr>
              <a:defRPr lang="ru-RU"/>
            </a:defPPr>
            <a:lvl1pPr marL="0" algn="l" defTabSz="914400" rtl="0" eaLnBrk="1" latinLnBrk="0" hangingPunct="1">
              <a:defRPr sz="1150" kern="1200">
                <a:solidFill>
                  <a:srgbClr val="283A51"/>
                </a:solidFill>
                <a:latin typeface="Circe Light" panose="020B0402020203020203" pitchFamily="34" charset="-52"/>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4C8753-49EE-4AA4-B7F7-004F2534EA1E}" type="slidenum">
              <a:rPr lang="ru-RU" sz="2000" smtClean="0"/>
              <a:pPr>
                <a:defRPr/>
              </a:pPr>
              <a:t>‹#›</a:t>
            </a:fld>
            <a:endParaRPr lang="ru-RU" sz="2000" dirty="0"/>
          </a:p>
        </p:txBody>
      </p:sp>
      <p:pic>
        <p:nvPicPr>
          <p:cNvPr id="10" name="Picture 4" descr="ÐÐ°ÑÑÐ¸Ð½ÐºÐ¸ Ð¿Ð¾ Ð·Ð°Ð¿ÑÐ¾ÑÑ sberbank logo">
            <a:extLst>
              <a:ext uri="{FF2B5EF4-FFF2-40B4-BE49-F238E27FC236}">
                <a16:creationId xmlns:a16="http://schemas.microsoft.com/office/drawing/2014/main" id="{8D39EAB9-1777-C341-83D4-69A63E531058}"/>
              </a:ext>
            </a:extLst>
          </p:cNvPr>
          <p:cNvPicPr>
            <a:picLocks noChangeAspect="1" noChangeArrowheads="1"/>
          </p:cNvPicPr>
          <p:nvPr userDrawn="1"/>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7872" t="28488" r="7756" b="28536"/>
          <a:stretch/>
        </p:blipFill>
        <p:spPr bwMode="auto">
          <a:xfrm>
            <a:off x="317934" y="6118220"/>
            <a:ext cx="1352207" cy="361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745388"/>
      </p:ext>
    </p:extLst>
  </p:cSld>
  <p:clrMap bg1="lt1" tx1="dk1" bg2="lt2" tx2="dk2" accent1="accent1" accent2="accent2" accent3="accent3" accent4="accent4" accent5="accent5" accent6="accent6" hlink="hlink" folHlink="folHlink"/>
  <p:sldLayoutIdLst>
    <p:sldLayoutId id="2147483679" r:id="rId1"/>
    <p:sldLayoutId id="2147483680" r:id="rId2"/>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Объект 1" hidden="1"/>
          <p:cNvGraphicFramePr>
            <a:graphicFrameLocks noChangeAspect="1"/>
          </p:cNvGraphicFramePr>
          <p:nvPr userDrawn="1">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5" imgW="359" imgH="360" progId="TCLayout.ActiveDocument.1">
                  <p:embed/>
                </p:oleObj>
              </mc:Choice>
              <mc:Fallback>
                <p:oleObj name="Слайд think-cell" r:id="rId5" imgW="359" imgH="360" progId="TCLayout.ActiveDocument.1">
                  <p:embed/>
                  <p:pic>
                    <p:nvPicPr>
                      <p:cNvPr id="2" name="Объект 1" hidden="1"/>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7" name="Рисунок 6">
            <a:extLst>
              <a:ext uri="{FF2B5EF4-FFF2-40B4-BE49-F238E27FC236}">
                <a16:creationId xmlns:a16="http://schemas.microsoft.com/office/drawing/2014/main" id="{CF6EDF09-AA0D-4E85-B458-BF9CBED1E702}"/>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488312" y="6305821"/>
            <a:ext cx="1431224" cy="268739"/>
          </a:xfrm>
          <a:prstGeom prst="rect">
            <a:avLst/>
          </a:prstGeom>
        </p:spPr>
      </p:pic>
      <p:cxnSp>
        <p:nvCxnSpPr>
          <p:cNvPr id="8" name="Прямая соединительная линия 7">
            <a:extLst>
              <a:ext uri="{FF2B5EF4-FFF2-40B4-BE49-F238E27FC236}">
                <a16:creationId xmlns:a16="http://schemas.microsoft.com/office/drawing/2014/main" id="{C8B732FB-8A0E-4B58-9646-39B75236A086}"/>
              </a:ext>
            </a:extLst>
          </p:cNvPr>
          <p:cNvCxnSpPr>
            <a:cxnSpLocks/>
          </p:cNvCxnSpPr>
          <p:nvPr userDrawn="1"/>
        </p:nvCxnSpPr>
        <p:spPr>
          <a:xfrm>
            <a:off x="3503712" y="6440190"/>
            <a:ext cx="345280" cy="0"/>
          </a:xfrm>
          <a:prstGeom prst="line">
            <a:avLst/>
          </a:prstGeom>
          <a:ln w="12700">
            <a:solidFill>
              <a:srgbClr val="41516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A7E2D57-E406-4966-9E02-D34E6ED52C86}"/>
              </a:ext>
            </a:extLst>
          </p:cNvPr>
          <p:cNvSpPr txBox="1"/>
          <p:nvPr userDrawn="1"/>
        </p:nvSpPr>
        <p:spPr>
          <a:xfrm>
            <a:off x="2033412" y="6365262"/>
            <a:ext cx="2730130" cy="161583"/>
          </a:xfrm>
          <a:prstGeom prst="rect">
            <a:avLst/>
          </a:prstGeom>
          <a:noFill/>
        </p:spPr>
        <p:txBody>
          <a:bodyPr wrap="square" lIns="0" tIns="0" rIns="0" bIns="0" rtlCol="0">
            <a:spAutoFit/>
          </a:bodyPr>
          <a:lstStyle/>
          <a:p>
            <a:pPr defTabSz="0"/>
            <a:r>
              <a:rPr lang="en-US" sz="1050" dirty="0">
                <a:solidFill>
                  <a:srgbClr val="283A51"/>
                </a:solidFill>
                <a:latin typeface="Circe Light" panose="020B0402020203020203" pitchFamily="34" charset="-52"/>
              </a:rPr>
              <a:t>Earnings presentation</a:t>
            </a:r>
            <a:endParaRPr lang="ru-RU" sz="1050" dirty="0">
              <a:solidFill>
                <a:srgbClr val="283A51"/>
              </a:solidFill>
              <a:latin typeface="Circe Light" panose="020B0402020203020203" pitchFamily="34" charset="-52"/>
            </a:endParaRPr>
          </a:p>
        </p:txBody>
      </p:sp>
      <p:sp>
        <p:nvSpPr>
          <p:cNvPr id="10" name="Номер слайда 5">
            <a:extLst>
              <a:ext uri="{FF2B5EF4-FFF2-40B4-BE49-F238E27FC236}">
                <a16:creationId xmlns:a16="http://schemas.microsoft.com/office/drawing/2014/main" id="{60315CCD-8C7F-4E6F-9DE8-33C698769B17}"/>
              </a:ext>
            </a:extLst>
          </p:cNvPr>
          <p:cNvSpPr txBox="1">
            <a:spLocks/>
          </p:cNvSpPr>
          <p:nvPr userDrawn="1"/>
        </p:nvSpPr>
        <p:spPr>
          <a:xfrm>
            <a:off x="4151784" y="6263490"/>
            <a:ext cx="611758" cy="365125"/>
          </a:xfrm>
          <a:prstGeom prst="rect">
            <a:avLst/>
          </a:prstGeom>
        </p:spPr>
        <p:txBody>
          <a:bodyPr/>
          <a:lstStyle>
            <a:defPPr>
              <a:defRPr lang="ru-RU"/>
            </a:defPPr>
            <a:lvl1pPr>
              <a:defRPr sz="2000"/>
            </a:lvl1pPr>
          </a:lstStyle>
          <a:p>
            <a:pPr lvl="0"/>
            <a:fld id="{054C8753-49EE-4AA4-B7F7-004F2534EA1E}" type="slidenum">
              <a:rPr lang="ru-RU" smtClean="0"/>
              <a:pPr lvl="0"/>
              <a:t>‹#›</a:t>
            </a:fld>
            <a:endParaRPr lang="ru-RU" dirty="0"/>
          </a:p>
        </p:txBody>
      </p:sp>
    </p:spTree>
    <p:extLst>
      <p:ext uri="{BB962C8B-B14F-4D97-AF65-F5344CB8AC3E}">
        <p14:creationId xmlns:p14="http://schemas.microsoft.com/office/powerpoint/2010/main" val="987232082"/>
      </p:ext>
    </p:extLst>
  </p:cSld>
  <p:clrMap bg1="lt1" tx1="dk1" bg2="lt2" tx2="dk2" accent1="accent1" accent2="accent2" accent3="accent3" accent4="accent4" accent5="accent5" accent6="accent6" hlink="hlink" folHlink="folHlink"/>
  <p:sldLayoutIdLst>
    <p:sldLayoutId id="2147483686" r:id="rId1"/>
    <p:sldLayoutId id="2147483687"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Объект 1" hidden="1">
            <a:extLst>
              <a:ext uri="{FF2B5EF4-FFF2-40B4-BE49-F238E27FC236}">
                <a16:creationId xmlns:a16="http://schemas.microsoft.com/office/drawing/2014/main" id="{8409898E-CD35-0444-B7FF-823D90A040F7}"/>
              </a:ext>
            </a:extLst>
          </p:cNvPr>
          <p:cNvGraphicFramePr>
            <a:graphicFrameLocks noChangeAspect="1"/>
          </p:cNvGraphicFramePr>
          <p:nvPr userDrawn="1">
            <p:custDataLst>
              <p:tags r:id="rId4"/>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Слайд think-cell" r:id="rId5" imgW="7772400" imgH="10058400" progId="TCLayout.ActiveDocument.1">
                  <p:embed/>
                </p:oleObj>
              </mc:Choice>
              <mc:Fallback>
                <p:oleObj name="Слайд think-cell" r:id="rId5" imgW="7772400" imgH="10058400" progId="TCLayout.ActiveDocument.1">
                  <p:embed/>
                  <p:pic>
                    <p:nvPicPr>
                      <p:cNvPr id="2" name="Объект 1" hidden="1">
                        <a:extLst>
                          <a:ext uri="{FF2B5EF4-FFF2-40B4-BE49-F238E27FC236}">
                            <a16:creationId xmlns:a16="http://schemas.microsoft.com/office/drawing/2014/main" id="{8409898E-CD35-0444-B7FF-823D90A040F7}"/>
                          </a:ext>
                        </a:extLst>
                      </p:cNvPr>
                      <p:cNvPicPr/>
                      <p:nvPr/>
                    </p:nvPicPr>
                    <p:blipFill>
                      <a:blip r:embed="rId6"/>
                      <a:stretch>
                        <a:fillRect/>
                      </a:stretch>
                    </p:blipFill>
                    <p:spPr>
                      <a:xfrm>
                        <a:off x="1588" y="1588"/>
                        <a:ext cx="1587" cy="1587"/>
                      </a:xfrm>
                      <a:prstGeom prst="rect">
                        <a:avLst/>
                      </a:prstGeom>
                    </p:spPr>
                  </p:pic>
                </p:oleObj>
              </mc:Fallback>
            </mc:AlternateContent>
          </a:graphicData>
        </a:graphic>
      </p:graphicFrame>
      <p:cxnSp>
        <p:nvCxnSpPr>
          <p:cNvPr id="3" name="Прямая соединительная линия 2">
            <a:extLst>
              <a:ext uri="{FF2B5EF4-FFF2-40B4-BE49-F238E27FC236}">
                <a16:creationId xmlns:a16="http://schemas.microsoft.com/office/drawing/2014/main" id="{C8B732FB-8A0E-4B58-9646-39B75236A086}"/>
              </a:ext>
            </a:extLst>
          </p:cNvPr>
          <p:cNvCxnSpPr>
            <a:cxnSpLocks/>
          </p:cNvCxnSpPr>
          <p:nvPr userDrawn="1"/>
        </p:nvCxnSpPr>
        <p:spPr>
          <a:xfrm>
            <a:off x="3359696" y="6295576"/>
            <a:ext cx="345280" cy="0"/>
          </a:xfrm>
          <a:prstGeom prst="line">
            <a:avLst/>
          </a:prstGeom>
          <a:ln w="12700">
            <a:solidFill>
              <a:srgbClr val="41516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82F8F90-BF96-4BFE-883A-4458FA97B361}"/>
              </a:ext>
            </a:extLst>
          </p:cNvPr>
          <p:cNvSpPr txBox="1"/>
          <p:nvPr userDrawn="1"/>
        </p:nvSpPr>
        <p:spPr>
          <a:xfrm>
            <a:off x="1756132" y="6226806"/>
            <a:ext cx="3403764" cy="161583"/>
          </a:xfrm>
          <a:prstGeom prst="rect">
            <a:avLst/>
          </a:prstGeom>
          <a:noFill/>
        </p:spPr>
        <p:txBody>
          <a:bodyPr wrap="square" lIns="0" tIns="0" rIns="0" bIns="0" rtlCol="0">
            <a:spAutoFit/>
          </a:bodyPr>
          <a:lstStyle/>
          <a:p>
            <a:pPr defTabSz="0"/>
            <a:r>
              <a:rPr lang="ru-RU" sz="1050" dirty="0">
                <a:solidFill>
                  <a:srgbClr val="283A51"/>
                </a:solidFill>
                <a:latin typeface="Circe Light" panose="020B0402020203020203" pitchFamily="34" charset="-52"/>
              </a:rPr>
              <a:t>Итоги Группы по МСФО</a:t>
            </a:r>
          </a:p>
        </p:txBody>
      </p:sp>
      <p:sp>
        <p:nvSpPr>
          <p:cNvPr id="8" name="Номер слайда 29">
            <a:extLst>
              <a:ext uri="{FF2B5EF4-FFF2-40B4-BE49-F238E27FC236}">
                <a16:creationId xmlns:a16="http://schemas.microsoft.com/office/drawing/2014/main" id="{9E42A083-A0D0-7940-8508-DE315CE42248}"/>
              </a:ext>
            </a:extLst>
          </p:cNvPr>
          <p:cNvSpPr txBox="1">
            <a:spLocks/>
          </p:cNvSpPr>
          <p:nvPr userDrawn="1"/>
        </p:nvSpPr>
        <p:spPr>
          <a:xfrm>
            <a:off x="3791744" y="6131396"/>
            <a:ext cx="521496" cy="365125"/>
          </a:xfrm>
          <a:prstGeom prst="rect">
            <a:avLst/>
          </a:prstGeom>
        </p:spPr>
        <p:txBody>
          <a:bodyPr vert="horz" lIns="91440" tIns="45720" rIns="91440" bIns="45720" rtlCol="0" anchor="ctr"/>
          <a:lstStyle>
            <a:defPPr>
              <a:defRPr lang="ru-RU"/>
            </a:defPPr>
            <a:lvl1pPr marL="0" algn="l" defTabSz="914400" rtl="0" eaLnBrk="1" latinLnBrk="0" hangingPunct="1">
              <a:defRPr sz="1150" kern="1200">
                <a:solidFill>
                  <a:srgbClr val="283A51"/>
                </a:solidFill>
                <a:latin typeface="Circe Light" panose="020B0402020203020203" pitchFamily="34" charset="-52"/>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4C8753-49EE-4AA4-B7F7-004F2534EA1E}" type="slidenum">
              <a:rPr lang="ru-RU" sz="2000" smtClean="0"/>
              <a:pPr>
                <a:defRPr/>
              </a:pPr>
              <a:t>‹#›</a:t>
            </a:fld>
            <a:endParaRPr lang="ru-RU" sz="2000" dirty="0"/>
          </a:p>
        </p:txBody>
      </p:sp>
      <p:pic>
        <p:nvPicPr>
          <p:cNvPr id="10" name="Picture 4" descr="ÐÐ°ÑÑÐ¸Ð½ÐºÐ¸ Ð¿Ð¾ Ð·Ð°Ð¿ÑÐ¾ÑÑ sberbank logo">
            <a:extLst>
              <a:ext uri="{FF2B5EF4-FFF2-40B4-BE49-F238E27FC236}">
                <a16:creationId xmlns:a16="http://schemas.microsoft.com/office/drawing/2014/main" id="{8D39EAB9-1777-C341-83D4-69A63E531058}"/>
              </a:ext>
            </a:extLst>
          </p:cNvPr>
          <p:cNvPicPr>
            <a:picLocks noChangeAspect="1" noChangeArrowheads="1"/>
          </p:cNvPicPr>
          <p:nvPr userDrawn="1"/>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7872" t="28488" r="7756" b="28536"/>
          <a:stretch/>
        </p:blipFill>
        <p:spPr bwMode="auto">
          <a:xfrm>
            <a:off x="317934" y="6118220"/>
            <a:ext cx="1352206" cy="361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160759"/>
      </p:ext>
    </p:extLst>
  </p:cSld>
  <p:clrMap bg1="lt1" tx1="dk1" bg2="lt2" tx2="dk2" accent1="accent1" accent2="accent2" accent3="accent3" accent4="accent4" accent5="accent5" accent6="accent6" hlink="hlink" folHlink="folHlink"/>
  <p:sldLayoutIdLst>
    <p:sldLayoutId id="2147483698" r:id="rId1"/>
    <p:sldLayoutId id="2147483699"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Объект 1" hidden="1"/>
          <p:cNvGraphicFramePr>
            <a:graphicFrameLocks noChangeAspect="1"/>
          </p:cNvGraphicFramePr>
          <p:nvPr userDrawn="1">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5" imgW="359" imgH="360" progId="TCLayout.ActiveDocument.1">
                  <p:embed/>
                </p:oleObj>
              </mc:Choice>
              <mc:Fallback>
                <p:oleObj name="Слайд think-cell" r:id="rId5" imgW="359" imgH="360" progId="TCLayout.ActiveDocument.1">
                  <p:embed/>
                  <p:pic>
                    <p:nvPicPr>
                      <p:cNvPr id="2" name="Объект 1" hidden="1"/>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7" name="Рисунок 6">
            <a:extLst>
              <a:ext uri="{FF2B5EF4-FFF2-40B4-BE49-F238E27FC236}">
                <a16:creationId xmlns:a16="http://schemas.microsoft.com/office/drawing/2014/main" id="{CF6EDF09-AA0D-4E85-B458-BF9CBED1E702}"/>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488312" y="6305821"/>
            <a:ext cx="1431224" cy="268739"/>
          </a:xfrm>
          <a:prstGeom prst="rect">
            <a:avLst/>
          </a:prstGeom>
        </p:spPr>
      </p:pic>
      <p:cxnSp>
        <p:nvCxnSpPr>
          <p:cNvPr id="8" name="Прямая соединительная линия 7">
            <a:extLst>
              <a:ext uri="{FF2B5EF4-FFF2-40B4-BE49-F238E27FC236}">
                <a16:creationId xmlns:a16="http://schemas.microsoft.com/office/drawing/2014/main" id="{C8B732FB-8A0E-4B58-9646-39B75236A086}"/>
              </a:ext>
            </a:extLst>
          </p:cNvPr>
          <p:cNvCxnSpPr>
            <a:cxnSpLocks/>
          </p:cNvCxnSpPr>
          <p:nvPr userDrawn="1"/>
        </p:nvCxnSpPr>
        <p:spPr>
          <a:xfrm>
            <a:off x="3503712" y="6440190"/>
            <a:ext cx="345280" cy="0"/>
          </a:xfrm>
          <a:prstGeom prst="line">
            <a:avLst/>
          </a:prstGeom>
          <a:ln w="12700">
            <a:solidFill>
              <a:srgbClr val="41516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A7E2D57-E406-4966-9E02-D34E6ED52C86}"/>
              </a:ext>
            </a:extLst>
          </p:cNvPr>
          <p:cNvSpPr txBox="1"/>
          <p:nvPr userDrawn="1"/>
        </p:nvSpPr>
        <p:spPr>
          <a:xfrm>
            <a:off x="2033412" y="6365262"/>
            <a:ext cx="2730130" cy="161583"/>
          </a:xfrm>
          <a:prstGeom prst="rect">
            <a:avLst/>
          </a:prstGeom>
          <a:noFill/>
        </p:spPr>
        <p:txBody>
          <a:bodyPr wrap="square" lIns="0" tIns="0" rIns="0" bIns="0" rtlCol="0">
            <a:spAutoFit/>
          </a:bodyPr>
          <a:lstStyle/>
          <a:p>
            <a:pPr defTabSz="0"/>
            <a:r>
              <a:rPr lang="en-US" sz="1050" dirty="0">
                <a:solidFill>
                  <a:srgbClr val="283A51"/>
                </a:solidFill>
                <a:latin typeface="Circe Light" panose="020B0402020203020203" pitchFamily="34" charset="-52"/>
              </a:rPr>
              <a:t>Earnings presentation</a:t>
            </a:r>
            <a:endParaRPr lang="ru-RU" sz="1050" dirty="0">
              <a:solidFill>
                <a:srgbClr val="283A51"/>
              </a:solidFill>
              <a:latin typeface="Circe Light" panose="020B0402020203020203" pitchFamily="34" charset="-52"/>
            </a:endParaRPr>
          </a:p>
        </p:txBody>
      </p:sp>
      <p:sp>
        <p:nvSpPr>
          <p:cNvPr id="10" name="Номер слайда 5">
            <a:extLst>
              <a:ext uri="{FF2B5EF4-FFF2-40B4-BE49-F238E27FC236}">
                <a16:creationId xmlns:a16="http://schemas.microsoft.com/office/drawing/2014/main" id="{60315CCD-8C7F-4E6F-9DE8-33C698769B17}"/>
              </a:ext>
            </a:extLst>
          </p:cNvPr>
          <p:cNvSpPr txBox="1">
            <a:spLocks/>
          </p:cNvSpPr>
          <p:nvPr userDrawn="1"/>
        </p:nvSpPr>
        <p:spPr>
          <a:xfrm>
            <a:off x="4151784" y="6263490"/>
            <a:ext cx="611758" cy="365125"/>
          </a:xfrm>
          <a:prstGeom prst="rect">
            <a:avLst/>
          </a:prstGeom>
        </p:spPr>
        <p:txBody>
          <a:bodyPr/>
          <a:lstStyle>
            <a:defPPr>
              <a:defRPr lang="ru-RU"/>
            </a:defPPr>
            <a:lvl1pPr>
              <a:defRPr sz="2000"/>
            </a:lvl1pPr>
          </a:lstStyle>
          <a:p>
            <a:pPr lvl="0"/>
            <a:fld id="{054C8753-49EE-4AA4-B7F7-004F2534EA1E}" type="slidenum">
              <a:rPr lang="ru-RU" smtClean="0"/>
              <a:pPr lvl="0"/>
              <a:t>‹#›</a:t>
            </a:fld>
            <a:endParaRPr lang="ru-RU" dirty="0"/>
          </a:p>
        </p:txBody>
      </p:sp>
    </p:spTree>
    <p:extLst>
      <p:ext uri="{BB962C8B-B14F-4D97-AF65-F5344CB8AC3E}">
        <p14:creationId xmlns:p14="http://schemas.microsoft.com/office/powerpoint/2010/main" val="3690685435"/>
      </p:ext>
    </p:extLst>
  </p:cSld>
  <p:clrMap bg1="lt1" tx1="dk1" bg2="lt2" tx2="dk2" accent1="accent1" accent2="accent2" accent3="accent3" accent4="accent4" accent5="accent5" accent6="accent6" hlink="hlink" folHlink="folHlink"/>
  <p:sldLayoutIdLst>
    <p:sldLayoutId id="2147483731" r:id="rId1"/>
    <p:sldLayoutId id="214748373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Объект 2" hidden="1"/>
          <p:cNvGraphicFramePr>
            <a:graphicFrameLocks noChangeAspect="1"/>
          </p:cNvGraphicFramePr>
          <p:nvPr userDrawn="1">
            <p:custDataLst>
              <p:tags r:id="rId7"/>
            </p:custDataLst>
            <p:extLst>
              <p:ext uri="{D42A27DB-BD31-4B8C-83A1-F6EECF244321}">
                <p14:modId xmlns:p14="http://schemas.microsoft.com/office/powerpoint/2010/main" val="306810650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Слайд think-cell" r:id="rId8" imgW="359" imgH="360" progId="TCLayout.ActiveDocument.1">
                  <p:embed/>
                </p:oleObj>
              </mc:Choice>
              <mc:Fallback>
                <p:oleObj name="Слайд think-cell" r:id="rId8" imgW="359" imgH="360" progId="TCLayout.ActiveDocument.1">
                  <p:embed/>
                  <p:pic>
                    <p:nvPicPr>
                      <p:cNvPr id="3" name="Объект 2" hidden="1"/>
                      <p:cNvPicPr/>
                      <p:nvPr/>
                    </p:nvPicPr>
                    <p:blipFill>
                      <a:blip r:embed="rId9"/>
                      <a:stretch>
                        <a:fillRect/>
                      </a:stretch>
                    </p:blipFill>
                    <p:spPr>
                      <a:xfrm>
                        <a:off x="2118" y="2118"/>
                        <a:ext cx="2117" cy="2117"/>
                      </a:xfrm>
                      <a:prstGeom prst="rect">
                        <a:avLst/>
                      </a:prstGeom>
                    </p:spPr>
                  </p:pic>
                </p:oleObj>
              </mc:Fallback>
            </mc:AlternateContent>
          </a:graphicData>
        </a:graphic>
      </p:graphicFrame>
    </p:spTree>
    <p:extLst>
      <p:ext uri="{BB962C8B-B14F-4D97-AF65-F5344CB8AC3E}">
        <p14:creationId xmlns:p14="http://schemas.microsoft.com/office/powerpoint/2010/main" val="2426487637"/>
      </p:ext>
    </p:extLst>
  </p:cSld>
  <p:clrMap bg1="lt1" tx1="dk1" bg2="lt2" tx2="dk2" accent1="accent1" accent2="accent2" accent3="accent3" accent4="accent4" accent5="accent5" accent6="accent6" hlink="hlink" folHlink="folHlink"/>
  <p:sldLayoutIdLst>
    <p:sldLayoutId id="2147484900" r:id="rId1"/>
    <p:sldLayoutId id="2147484901" r:id="rId2"/>
    <p:sldLayoutId id="2147484902" r:id="rId3"/>
    <p:sldLayoutId id="2147484903" r:id="rId4"/>
    <p:sldLayoutId id="2147484904" r:id="rId5"/>
  </p:sldLayoutIdLst>
  <p:hf hdr="0" ftr="0" dt="0"/>
  <p:txStyles>
    <p:titleStyle>
      <a:lvl1pPr algn="l" defTabSz="914377" rtl="0" eaLnBrk="1" latinLnBrk="0" hangingPunct="1">
        <a:lnSpc>
          <a:spcPct val="90000"/>
        </a:lnSpc>
        <a:spcBef>
          <a:spcPct val="0"/>
        </a:spcBef>
        <a:buNone/>
        <a:defRPr lang="en-US" sz="2267" b="0" i="0" kern="1200" cap="none" baseline="0" dirty="0" smtClean="0">
          <a:solidFill>
            <a:schemeClr val="tx1"/>
          </a:solidFill>
          <a:latin typeface="Calibri Light" charset="0"/>
          <a:ea typeface="Calibri Light" charset="0"/>
          <a:cs typeface="Calibri Light" charset="0"/>
        </a:defRPr>
      </a:lvl1pPr>
    </p:titleStyle>
    <p:bodyStyle>
      <a:lvl1pPr marL="0" indent="0" algn="l" defTabSz="914377" rtl="0" eaLnBrk="1" latinLnBrk="0" hangingPunct="1">
        <a:lnSpc>
          <a:spcPct val="90000"/>
        </a:lnSpc>
        <a:spcBef>
          <a:spcPts val="1000"/>
        </a:spcBef>
        <a:buFont typeface="Arial"/>
        <a:buNone/>
        <a:defRPr sz="2800" b="0" i="0" kern="1200">
          <a:solidFill>
            <a:schemeClr val="tx1"/>
          </a:solidFill>
          <a:latin typeface="+mn-lt"/>
          <a:ea typeface="Calibri Light" charset="0"/>
          <a:cs typeface="Calibri Light" charset="0"/>
        </a:defRPr>
      </a:lvl1pPr>
      <a:lvl2pPr marL="457189" indent="0" algn="l" defTabSz="914377" rtl="0" eaLnBrk="1" latinLnBrk="0" hangingPunct="1">
        <a:lnSpc>
          <a:spcPct val="90000"/>
        </a:lnSpc>
        <a:spcBef>
          <a:spcPts val="500"/>
        </a:spcBef>
        <a:buFont typeface="Arial"/>
        <a:buNone/>
        <a:defRPr sz="2400" b="0" i="0" kern="1200">
          <a:solidFill>
            <a:schemeClr val="tx1"/>
          </a:solidFill>
          <a:latin typeface="+mn-lt"/>
          <a:ea typeface="Calibri Light" charset="0"/>
          <a:cs typeface="Calibri Light" charset="0"/>
        </a:defRPr>
      </a:lvl2pPr>
      <a:lvl3pPr marL="914377" indent="0" algn="l" defTabSz="914377" rtl="0" eaLnBrk="1" latinLnBrk="0" hangingPunct="1">
        <a:lnSpc>
          <a:spcPct val="90000"/>
        </a:lnSpc>
        <a:spcBef>
          <a:spcPts val="500"/>
        </a:spcBef>
        <a:buFont typeface="Arial"/>
        <a:buNone/>
        <a:defRPr sz="2000" b="0" i="0" kern="1200">
          <a:solidFill>
            <a:schemeClr val="tx1"/>
          </a:solidFill>
          <a:latin typeface="+mn-lt"/>
          <a:ea typeface="Calibri Light" charset="0"/>
          <a:cs typeface="Calibri Light" charset="0"/>
        </a:defRPr>
      </a:lvl3pPr>
      <a:lvl4pPr marL="1371566" indent="0" algn="l" defTabSz="914377" rtl="0" eaLnBrk="1" latinLnBrk="0" hangingPunct="1">
        <a:lnSpc>
          <a:spcPct val="90000"/>
        </a:lnSpc>
        <a:spcBef>
          <a:spcPts val="500"/>
        </a:spcBef>
        <a:buFont typeface="Arial"/>
        <a:buNone/>
        <a:defRPr sz="1867" b="0" i="0" kern="1200">
          <a:solidFill>
            <a:schemeClr val="tx1"/>
          </a:solidFill>
          <a:latin typeface="+mn-lt"/>
          <a:ea typeface="Calibri Light" charset="0"/>
          <a:cs typeface="Calibri Light" charset="0"/>
        </a:defRPr>
      </a:lvl4pPr>
      <a:lvl5pPr marL="1828754" indent="0" algn="l" defTabSz="914377" rtl="0" eaLnBrk="1" latinLnBrk="0" hangingPunct="1">
        <a:lnSpc>
          <a:spcPct val="90000"/>
        </a:lnSpc>
        <a:spcBef>
          <a:spcPts val="500"/>
        </a:spcBef>
        <a:buFont typeface="Arial"/>
        <a:buNone/>
        <a:defRPr sz="1867" b="0" i="0" kern="1200">
          <a:solidFill>
            <a:schemeClr val="tx1"/>
          </a:solidFill>
          <a:latin typeface="+mn-lt"/>
          <a:ea typeface="Calibri Light" charset="0"/>
          <a:cs typeface="Calibri Light" charset="0"/>
        </a:defRPr>
      </a:lvl5pPr>
      <a:lvl6pPr marL="2514537" indent="-228594" algn="l" defTabSz="914377"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67" kern="1200">
          <a:solidFill>
            <a:schemeClr val="tx1"/>
          </a:solidFill>
          <a:latin typeface="+mn-lt"/>
          <a:ea typeface="+mn-ea"/>
          <a:cs typeface="+mn-cs"/>
        </a:defRPr>
      </a:lvl9pPr>
    </p:bodyStyle>
    <p:otherStyle>
      <a:defPPr>
        <a:defRPr lang="en-US"/>
      </a:defPPr>
      <a:lvl1pPr marL="0" algn="l" defTabSz="914377" rtl="0" eaLnBrk="1" latinLnBrk="0" hangingPunct="1">
        <a:defRPr sz="1867" kern="1200">
          <a:solidFill>
            <a:schemeClr val="tx1"/>
          </a:solidFill>
          <a:latin typeface="+mn-lt"/>
          <a:ea typeface="+mn-ea"/>
          <a:cs typeface="+mn-cs"/>
        </a:defRPr>
      </a:lvl1pPr>
      <a:lvl2pPr marL="457189" algn="l" defTabSz="914377" rtl="0" eaLnBrk="1" latinLnBrk="0" hangingPunct="1">
        <a:defRPr sz="1867" kern="1200">
          <a:solidFill>
            <a:schemeClr val="tx1"/>
          </a:solidFill>
          <a:latin typeface="+mn-lt"/>
          <a:ea typeface="+mn-ea"/>
          <a:cs typeface="+mn-cs"/>
        </a:defRPr>
      </a:lvl2pPr>
      <a:lvl3pPr marL="914377" algn="l" defTabSz="914377" rtl="0" eaLnBrk="1" latinLnBrk="0" hangingPunct="1">
        <a:defRPr sz="1867" kern="1200">
          <a:solidFill>
            <a:schemeClr val="tx1"/>
          </a:solidFill>
          <a:latin typeface="+mn-lt"/>
          <a:ea typeface="+mn-ea"/>
          <a:cs typeface="+mn-cs"/>
        </a:defRPr>
      </a:lvl3pPr>
      <a:lvl4pPr marL="1371566" algn="l" defTabSz="914377" rtl="0" eaLnBrk="1" latinLnBrk="0" hangingPunct="1">
        <a:defRPr sz="1867" kern="1200">
          <a:solidFill>
            <a:schemeClr val="tx1"/>
          </a:solidFill>
          <a:latin typeface="+mn-lt"/>
          <a:ea typeface="+mn-ea"/>
          <a:cs typeface="+mn-cs"/>
        </a:defRPr>
      </a:lvl4pPr>
      <a:lvl5pPr marL="1828754" algn="l" defTabSz="914377" rtl="0" eaLnBrk="1" latinLnBrk="0" hangingPunct="1">
        <a:defRPr sz="1867" kern="1200">
          <a:solidFill>
            <a:schemeClr val="tx1"/>
          </a:solidFill>
          <a:latin typeface="+mn-lt"/>
          <a:ea typeface="+mn-ea"/>
          <a:cs typeface="+mn-cs"/>
        </a:defRPr>
      </a:lvl5pPr>
      <a:lvl6pPr marL="2285943" algn="l" defTabSz="914377" rtl="0" eaLnBrk="1" latinLnBrk="0" hangingPunct="1">
        <a:defRPr sz="1867" kern="1200">
          <a:solidFill>
            <a:schemeClr val="tx1"/>
          </a:solidFill>
          <a:latin typeface="+mn-lt"/>
          <a:ea typeface="+mn-ea"/>
          <a:cs typeface="+mn-cs"/>
        </a:defRPr>
      </a:lvl6pPr>
      <a:lvl7pPr marL="2743131" algn="l" defTabSz="914377" rtl="0" eaLnBrk="1" latinLnBrk="0" hangingPunct="1">
        <a:defRPr sz="1867" kern="1200">
          <a:solidFill>
            <a:schemeClr val="tx1"/>
          </a:solidFill>
          <a:latin typeface="+mn-lt"/>
          <a:ea typeface="+mn-ea"/>
          <a:cs typeface="+mn-cs"/>
        </a:defRPr>
      </a:lvl7pPr>
      <a:lvl8pPr marL="3200320" algn="l" defTabSz="914377" rtl="0" eaLnBrk="1" latinLnBrk="0" hangingPunct="1">
        <a:defRPr sz="1867" kern="1200">
          <a:solidFill>
            <a:schemeClr val="tx1"/>
          </a:solidFill>
          <a:latin typeface="+mn-lt"/>
          <a:ea typeface="+mn-ea"/>
          <a:cs typeface="+mn-cs"/>
        </a:defRPr>
      </a:lvl8pPr>
      <a:lvl9pPr marL="3657509" algn="l" defTabSz="914377"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p15:clr>
            <a:srgbClr val="F26B43"/>
          </p15:clr>
        </p15:guide>
        <p15:guide id="2" pos="7242">
          <p15:clr>
            <a:srgbClr val="F26B43"/>
          </p15:clr>
        </p15:guide>
        <p15:guide id="3" orient="horz" pos="436">
          <p15:clr>
            <a:srgbClr val="F26B43"/>
          </p15:clr>
        </p15:guide>
        <p15:guide id="4" orient="horz" pos="3884">
          <p15:clr>
            <a:srgbClr val="F26B43"/>
          </p15:clr>
        </p15:guide>
        <p15:guide id="17" orient="horz" pos="799">
          <p15:clr>
            <a:srgbClr val="F26B43"/>
          </p15:clr>
        </p15:guide>
        <p15:guide id="18" pos="37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1/23/2026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graphicFrame>
        <p:nvGraphicFramePr>
          <p:cNvPr id="7" name="Объект 6" hidden="1"/>
          <p:cNvGraphicFramePr>
            <a:graphicFrameLocks noChangeAspect="1"/>
          </p:cNvGraphicFramePr>
          <p:nvPr userDrawn="1">
            <p:custDataLst>
              <p:tags r:id="rId40"/>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41" imgW="395" imgH="396" progId="TCLayout.ActiveDocument.1">
                  <p:embed/>
                </p:oleObj>
              </mc:Choice>
              <mc:Fallback>
                <p:oleObj name="Слайд think-cell" r:id="rId41" imgW="395" imgH="396" progId="TCLayout.ActiveDocument.1">
                  <p:embed/>
                  <p:pic>
                    <p:nvPicPr>
                      <p:cNvPr id="7" name="Объект 6" hidden="1"/>
                      <p:cNvPicPr/>
                      <p:nvPr/>
                    </p:nvPicPr>
                    <p:blipFill>
                      <a:blip r:embed="rId42"/>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649149998"/>
      </p:ext>
    </p:extLst>
  </p:cSld>
  <p:clrMap bg1="lt1" tx1="dk1" bg2="lt2" tx2="dk2" accent1="accent1" accent2="accent2" accent3="accent3" accent4="accent4" accent5="accent5" accent6="accent6" hlink="hlink" folHlink="folHlink"/>
  <p:sldLayoutIdLst>
    <p:sldLayoutId id="2147485411" r:id="rId1"/>
    <p:sldLayoutId id="2147485412" r:id="rId2"/>
    <p:sldLayoutId id="2147485413" r:id="rId3"/>
    <p:sldLayoutId id="2147485414" r:id="rId4"/>
    <p:sldLayoutId id="2147485415" r:id="rId5"/>
    <p:sldLayoutId id="2147485416" r:id="rId6"/>
    <p:sldLayoutId id="2147485417" r:id="rId7"/>
    <p:sldLayoutId id="2147485418" r:id="rId8"/>
    <p:sldLayoutId id="2147485419" r:id="rId9"/>
    <p:sldLayoutId id="2147485420" r:id="rId10"/>
    <p:sldLayoutId id="2147485421" r:id="rId11"/>
    <p:sldLayoutId id="2147485422" r:id="rId12"/>
    <p:sldLayoutId id="2147485425" r:id="rId13"/>
    <p:sldLayoutId id="2147485426" r:id="rId14"/>
    <p:sldLayoutId id="2147485427" r:id="rId15"/>
    <p:sldLayoutId id="2147485428" r:id="rId16"/>
    <p:sldLayoutId id="2147485429" r:id="rId17"/>
    <p:sldLayoutId id="2147485430" r:id="rId18"/>
    <p:sldLayoutId id="2147485431" r:id="rId19"/>
    <p:sldLayoutId id="2147485432" r:id="rId20"/>
    <p:sldLayoutId id="2147485433" r:id="rId21"/>
    <p:sldLayoutId id="2147485434" r:id="rId22"/>
    <p:sldLayoutId id="2147485435" r:id="rId23"/>
    <p:sldLayoutId id="2147485436" r:id="rId24"/>
    <p:sldLayoutId id="2147485437" r:id="rId25"/>
    <p:sldLayoutId id="2147485438" r:id="rId26"/>
    <p:sldLayoutId id="2147485439" r:id="rId27"/>
    <p:sldLayoutId id="2147485440" r:id="rId28"/>
    <p:sldLayoutId id="2147485441" r:id="rId29"/>
    <p:sldLayoutId id="2147485442" r:id="rId30"/>
    <p:sldLayoutId id="2147485443" r:id="rId31"/>
    <p:sldLayoutId id="2147485444" r:id="rId32"/>
    <p:sldLayoutId id="2147485445" r:id="rId33"/>
    <p:sldLayoutId id="2147485446" r:id="rId34"/>
    <p:sldLayoutId id="2147485447" r:id="rId35"/>
    <p:sldLayoutId id="2147485448" r:id="rId36"/>
    <p:sldLayoutId id="2147485449" r:id="rId37"/>
    <p:sldLayoutId id="2147485450" r:id="rId3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6.xml"/><Relationship Id="rId1" Type="http://schemas.openxmlformats.org/officeDocument/2006/relationships/tags" Target="../tags/tag14.xml"/><Relationship Id="rId4" Type="http://schemas.openxmlformats.org/officeDocument/2006/relationships/image" Target="../media/image9.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2.xml"/><Relationship Id="rId5" Type="http://schemas.openxmlformats.org/officeDocument/2006/relationships/image" Target="../media/image49.png"/><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www.weforum.org/reports/global-risks-report-2023/" TargetMode="External"/><Relationship Id="rId1" Type="http://schemas.openxmlformats.org/officeDocument/2006/relationships/slideLayout" Target="../slideLayouts/slideLayout22.xml"/><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6.xml"/><Relationship Id="rId1" Type="http://schemas.openxmlformats.org/officeDocument/2006/relationships/tags" Target="../tags/tag15.xml"/><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2.xml"/><Relationship Id="rId1" Type="http://schemas.openxmlformats.org/officeDocument/2006/relationships/tags" Target="../tags/tag16.xml"/><Relationship Id="rId5" Type="http://schemas.openxmlformats.org/officeDocument/2006/relationships/image" Target="../media/image60.jpg"/><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6.xml"/><Relationship Id="rId1" Type="http://schemas.openxmlformats.org/officeDocument/2006/relationships/tags" Target="../tags/tag17.xml"/><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www.youtube.com/watch?v=AsB3aGyl62Y" TargetMode="Externa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2.xml"/><Relationship Id="rId1" Type="http://schemas.openxmlformats.org/officeDocument/2006/relationships/tags" Target="../tags/tag18.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9.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p:custDataLst>
              <p:tags r:id="rId1"/>
            </p:custDataLst>
            <p:extLst>
              <p:ext uri="{D42A27DB-BD31-4B8C-83A1-F6EECF244321}">
                <p14:modId xmlns:p14="http://schemas.microsoft.com/office/powerpoint/2010/main" val="79604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3" imgW="395" imgH="396" progId="TCLayout.ActiveDocument.1">
                  <p:embed/>
                </p:oleObj>
              </mc:Choice>
              <mc:Fallback>
                <p:oleObj name="Слайд think-cell" r:id="rId3" imgW="395" imgH="396" progId="TCLayout.ActiveDocument.1">
                  <p:embed/>
                  <p:pic>
                    <p:nvPicPr>
                      <p:cNvPr id="5" name="Объект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ctrTitle"/>
          </p:nvPr>
        </p:nvSpPr>
        <p:spPr>
          <a:xfrm>
            <a:off x="231228" y="281919"/>
            <a:ext cx="11782096" cy="939691"/>
          </a:xfrm>
        </p:spPr>
        <p:txBody>
          <a:bodyPr vert="horz">
            <a:normAutofit/>
          </a:bodyPr>
          <a:lstStyle/>
          <a:p>
            <a:pPr algn="l"/>
            <a:r>
              <a:rPr lang="en-US" sz="5000" dirty="0">
                <a:solidFill>
                  <a:srgbClr val="1F4E79"/>
                </a:solidFill>
                <a:latin typeface="SB Sans Display" panose="020B0503040504020204" pitchFamily="34" charset="0"/>
                <a:cs typeface="SB Sans Display" panose="020B0503040504020204" pitchFamily="34" charset="0"/>
              </a:rPr>
              <a:t>1.</a:t>
            </a:r>
            <a:r>
              <a:rPr lang="ru-RU" sz="5000" dirty="0">
                <a:solidFill>
                  <a:srgbClr val="1F4E79"/>
                </a:solidFill>
                <a:latin typeface="SB Sans Display" panose="020B0503040504020204" pitchFamily="34" charset="0"/>
                <a:cs typeface="SB Sans Display" panose="020B0503040504020204" pitchFamily="34" charset="0"/>
              </a:rPr>
              <a:t>1</a:t>
            </a:r>
            <a:r>
              <a:rPr lang="en-US" sz="5000" dirty="0">
                <a:solidFill>
                  <a:srgbClr val="1F4E79"/>
                </a:solidFill>
                <a:latin typeface="SB Sans Display" panose="020B0503040504020204" pitchFamily="34" charset="0"/>
                <a:cs typeface="SB Sans Display" panose="020B0503040504020204" pitchFamily="34" charset="0"/>
              </a:rPr>
              <a:t> Foundations of risk management</a:t>
            </a:r>
            <a:endParaRPr lang="ru-RU" sz="5000" dirty="0">
              <a:solidFill>
                <a:srgbClr val="1F4E79"/>
              </a:solidFill>
              <a:latin typeface="SB Sans Display" panose="020B0503040504020204" pitchFamily="34" charset="0"/>
              <a:cs typeface="SB Sans Display" panose="020B0503040504020204" pitchFamily="34" charset="0"/>
            </a:endParaRPr>
          </a:p>
        </p:txBody>
      </p:sp>
      <p:sp>
        <p:nvSpPr>
          <p:cNvPr id="4" name="Номер слайда 3"/>
          <p:cNvSpPr>
            <a:spLocks noGrp="1"/>
          </p:cNvSpPr>
          <p:nvPr>
            <p:ph type="sldNum" sz="quarter" idx="12"/>
          </p:nvPr>
        </p:nvSpPr>
        <p:spPr/>
        <p:txBody>
          <a:bodyPr/>
          <a:lstStyle/>
          <a:p>
            <a:fld id="{48F63A3B-78C7-47BE-AE5E-E10140E04643}" type="slidenum">
              <a:rPr lang="en-US" smtClean="0"/>
              <a:t>1</a:t>
            </a:fld>
            <a:endParaRPr lang="en-US" dirty="0"/>
          </a:p>
        </p:txBody>
      </p:sp>
      <p:sp>
        <p:nvSpPr>
          <p:cNvPr id="7" name="Заголовок 1"/>
          <p:cNvSpPr txBox="1">
            <a:spLocks/>
          </p:cNvSpPr>
          <p:nvPr/>
        </p:nvSpPr>
        <p:spPr>
          <a:xfrm>
            <a:off x="698938" y="1450429"/>
            <a:ext cx="9144000" cy="192339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Font typeface="Arial" panose="020B0604020202020204" pitchFamily="34" charset="0"/>
              <a:buChar char="•"/>
            </a:pPr>
            <a:r>
              <a:rPr lang="en-US" sz="3000" dirty="0">
                <a:latin typeface="SB Sans Display" panose="020B0503040504020204" pitchFamily="34" charset="0"/>
                <a:cs typeface="SB Sans Display" panose="020B0503040504020204" pitchFamily="34" charset="0"/>
              </a:rPr>
              <a:t>Definition of risk</a:t>
            </a:r>
          </a:p>
          <a:p>
            <a:pPr marL="457200" indent="-457200" algn="l">
              <a:buFont typeface="Arial" panose="020B0604020202020204" pitchFamily="34" charset="0"/>
              <a:buChar char="•"/>
            </a:pPr>
            <a:r>
              <a:rPr lang="en-US" sz="3000" dirty="0">
                <a:latin typeface="SB Sans Display" panose="020B0503040504020204" pitchFamily="34" charset="0"/>
                <a:cs typeface="SB Sans Display" panose="020B0503040504020204" pitchFamily="34" charset="0"/>
              </a:rPr>
              <a:t>Components of the risk</a:t>
            </a:r>
          </a:p>
          <a:p>
            <a:pPr marL="457200" indent="-457200" algn="l">
              <a:buFont typeface="Arial" panose="020B0604020202020204" pitchFamily="34" charset="0"/>
              <a:buChar char="•"/>
            </a:pPr>
            <a:r>
              <a:rPr lang="en-US" sz="3000" dirty="0">
                <a:latin typeface="SB Sans Display" panose="020B0503040504020204" pitchFamily="34" charset="0"/>
                <a:cs typeface="SB Sans Display" panose="020B0503040504020204" pitchFamily="34" charset="0"/>
              </a:rPr>
              <a:t>Types of risks</a:t>
            </a:r>
          </a:p>
          <a:p>
            <a:pPr marL="457200" indent="-457200" algn="l">
              <a:buFont typeface="Arial" panose="020B0604020202020204" pitchFamily="34" charset="0"/>
              <a:buChar char="•"/>
            </a:pPr>
            <a:r>
              <a:rPr lang="en-US" sz="3000" dirty="0">
                <a:latin typeface="SB Sans Display" panose="020B0503040504020204" pitchFamily="34" charset="0"/>
                <a:cs typeface="SB Sans Display" panose="020B0503040504020204" pitchFamily="34" charset="0"/>
              </a:rPr>
              <a:t>Risk management tools</a:t>
            </a:r>
            <a:endParaRPr lang="ru-RU" sz="3000" dirty="0">
              <a:latin typeface="SB Sans Display" panose="020B0503040504020204" pitchFamily="34" charset="0"/>
              <a:cs typeface="SB Sans Display" panose="020B0503040504020204" pitchFamily="34" charset="0"/>
            </a:endParaRPr>
          </a:p>
        </p:txBody>
      </p:sp>
    </p:spTree>
    <p:extLst>
      <p:ext uri="{BB962C8B-B14F-4D97-AF65-F5344CB8AC3E}">
        <p14:creationId xmlns:p14="http://schemas.microsoft.com/office/powerpoint/2010/main" val="1150082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Organizational question</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5" name="Прямоугольник 4"/>
          <p:cNvSpPr/>
          <p:nvPr/>
        </p:nvSpPr>
        <p:spPr>
          <a:xfrm>
            <a:off x="483476" y="1078524"/>
            <a:ext cx="11556124" cy="1938992"/>
          </a:xfrm>
          <a:prstGeom prst="rect">
            <a:avLst/>
          </a:prstGeom>
        </p:spPr>
        <p:txBody>
          <a:bodyPr wrap="square">
            <a:spAutoFit/>
          </a:bodyPr>
          <a:lstStyle/>
          <a:p>
            <a:pPr marL="514350" indent="-514350">
              <a:buFont typeface="+mj-lt"/>
              <a:buAutoNum type="romanUcPeriod"/>
            </a:pPr>
            <a:r>
              <a:rPr lang="en-US" sz="2000" dirty="0">
                <a:latin typeface="Arial" panose="020B0604020202020204" pitchFamily="34" charset="0"/>
                <a:cs typeface="Arial" panose="020B0604020202020204" pitchFamily="34" charset="0"/>
              </a:rPr>
              <a:t>Evaluation = </a:t>
            </a:r>
            <a:r>
              <a:rPr lang="en-US" sz="2000" i="0" dirty="0">
                <a:effectLst/>
                <a:latin typeface="Arial" panose="020B0604020202020204" pitchFamily="34" charset="0"/>
                <a:cs typeface="Arial" panose="020B0604020202020204" pitchFamily="34" charset="0"/>
              </a:rPr>
              <a:t>0.6 * Exam + 0.4 * Business cases</a:t>
            </a:r>
            <a:endParaRPr lang="en-US"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Exam:</a:t>
            </a:r>
            <a:r>
              <a:rPr lang="en-US" sz="2000" dirty="0">
                <a:latin typeface="Arial" panose="020B0604020202020204" pitchFamily="34" charset="0"/>
                <a:cs typeface="Arial" panose="020B0604020202020204" pitchFamily="34" charset="0"/>
              </a:rPr>
              <a:t> 1 question, oral answer + additional questions from the teacher</a:t>
            </a:r>
            <a:endParaRPr lang="ru-RU"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US" sz="2000" b="1" i="0" dirty="0">
                <a:effectLst/>
                <a:latin typeface="Arial" panose="020B0604020202020204" pitchFamily="34" charset="0"/>
                <a:cs typeface="Arial" panose="020B0604020202020204" pitchFamily="34" charset="0"/>
              </a:rPr>
              <a:t>Business cases</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4 role play business cases based on main chapters of the course</a:t>
            </a:r>
          </a:p>
          <a:p>
            <a:pPr marL="457200" indent="-457200">
              <a:buAutoNum type="romanUcPeriod"/>
            </a:pPr>
            <a:r>
              <a:rPr lang="en-US" sz="2000" dirty="0">
                <a:latin typeface="Arial" panose="020B0604020202020204" pitchFamily="34" charset="0"/>
                <a:cs typeface="Arial" panose="020B0604020202020204" pitchFamily="34" charset="0"/>
              </a:rPr>
              <a:t>The main source of communication: Telegram chat. Teacher’s TG -&gt; @DS240, also pls add 2nd teachers @spaghettimafiayo and @troitskyyy</a:t>
            </a:r>
          </a:p>
          <a:p>
            <a:pPr marL="457200" indent="-457200">
              <a:buAutoNum type="romanUcPeriod"/>
            </a:pPr>
            <a:r>
              <a:rPr lang="en-US" sz="2000" dirty="0">
                <a:latin typeface="Arial" panose="020B0604020202020204" pitchFamily="34" charset="0"/>
                <a:cs typeface="Arial" panose="020B0604020202020204" pitchFamily="34" charset="0"/>
              </a:rPr>
              <a:t>The materials and lectures in English, if you wish you can ask question in Russian</a:t>
            </a:r>
          </a:p>
        </p:txBody>
      </p:sp>
    </p:spTree>
    <p:extLst>
      <p:ext uri="{BB962C8B-B14F-4D97-AF65-F5344CB8AC3E}">
        <p14:creationId xmlns:p14="http://schemas.microsoft.com/office/powerpoint/2010/main" val="821396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3</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Topics which will be covered during course</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5" name="Прямоугольник 4"/>
          <p:cNvSpPr/>
          <p:nvPr/>
        </p:nvSpPr>
        <p:spPr>
          <a:xfrm>
            <a:off x="483476" y="1078524"/>
            <a:ext cx="6096000" cy="3939540"/>
          </a:xfrm>
          <a:prstGeom prst="rect">
            <a:avLst/>
          </a:prstGeom>
        </p:spPr>
        <p:txBody>
          <a:bodyPr>
            <a:spAutoFit/>
          </a:bodyPr>
          <a:lstStyle/>
          <a:p>
            <a:pPr marL="457200" indent="-457200">
              <a:buAutoNum type="arabicPeriod"/>
            </a:pPr>
            <a:r>
              <a:rPr lang="en-US" sz="2500" dirty="0"/>
              <a:t>Foundations of banking and risk</a:t>
            </a:r>
          </a:p>
          <a:p>
            <a:pPr marL="457200" indent="-457200">
              <a:buAutoNum type="arabicPeriod"/>
            </a:pPr>
            <a:r>
              <a:rPr lang="en-US" sz="2500" dirty="0"/>
              <a:t>Credit risk</a:t>
            </a:r>
          </a:p>
          <a:p>
            <a:pPr marL="457200" indent="-457200">
              <a:buFont typeface="+mj-lt"/>
              <a:buAutoNum type="arabicPeriod"/>
            </a:pPr>
            <a:r>
              <a:rPr lang="en-US" sz="2500" dirty="0"/>
              <a:t>Market risk of trading book</a:t>
            </a:r>
          </a:p>
          <a:p>
            <a:pPr marL="457200" indent="-457200">
              <a:buFont typeface="+mj-lt"/>
              <a:buAutoNum type="arabicPeriod"/>
            </a:pPr>
            <a:r>
              <a:rPr lang="en-US" sz="2500" dirty="0"/>
              <a:t>Liquidity risk</a:t>
            </a:r>
          </a:p>
          <a:p>
            <a:pPr marL="457200" indent="-457200">
              <a:buFont typeface="+mj-lt"/>
              <a:buAutoNum type="arabicPeriod"/>
            </a:pPr>
            <a:r>
              <a:rPr lang="en-US" sz="2500" dirty="0"/>
              <a:t>Interest rate</a:t>
            </a:r>
            <a:r>
              <a:rPr lang="ru-RU" sz="2500" dirty="0"/>
              <a:t> </a:t>
            </a:r>
            <a:r>
              <a:rPr lang="en-US" sz="2500" dirty="0"/>
              <a:t>of banking book</a:t>
            </a:r>
          </a:p>
          <a:p>
            <a:pPr marL="457200" indent="-457200">
              <a:buFont typeface="+mj-lt"/>
              <a:buAutoNum type="arabicPeriod"/>
            </a:pPr>
            <a:r>
              <a:rPr lang="en-US" sz="2500" dirty="0"/>
              <a:t>Currency risk</a:t>
            </a:r>
          </a:p>
          <a:p>
            <a:pPr marL="457200" indent="-457200">
              <a:buFont typeface="+mj-lt"/>
              <a:buAutoNum type="arabicPeriod"/>
            </a:pPr>
            <a:r>
              <a:rPr lang="en-US" sz="2500" dirty="0"/>
              <a:t>Operational risk</a:t>
            </a:r>
          </a:p>
          <a:p>
            <a:pPr marL="457200" indent="-457200">
              <a:buFont typeface="+mj-lt"/>
              <a:buAutoNum type="arabicPeriod"/>
            </a:pPr>
            <a:r>
              <a:rPr lang="en-US" sz="2500" dirty="0"/>
              <a:t>ESG risk </a:t>
            </a:r>
          </a:p>
          <a:p>
            <a:pPr marL="457200" indent="-457200">
              <a:buFont typeface="+mj-lt"/>
              <a:buAutoNum type="arabicPeriod"/>
            </a:pPr>
            <a:r>
              <a:rPr lang="en-US" sz="2500" dirty="0"/>
              <a:t>Banking failures (recap + extension)</a:t>
            </a:r>
          </a:p>
          <a:p>
            <a:pPr marL="457200" indent="-457200">
              <a:buFont typeface="+mj-lt"/>
              <a:buAutoNum type="arabicPeriod"/>
            </a:pPr>
            <a:r>
              <a:rPr lang="en-US" sz="2500" dirty="0"/>
              <a:t> Stress testing and business planning</a:t>
            </a:r>
          </a:p>
        </p:txBody>
      </p:sp>
    </p:spTree>
    <p:extLst>
      <p:ext uri="{BB962C8B-B14F-4D97-AF65-F5344CB8AC3E}">
        <p14:creationId xmlns:p14="http://schemas.microsoft.com/office/powerpoint/2010/main" val="1337090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B316F-1BC7-418D-4384-71C86036BD91}"/>
              </a:ext>
            </a:extLst>
          </p:cNvPr>
          <p:cNvSpPr>
            <a:spLocks noGrp="1"/>
          </p:cNvSpPr>
          <p:nvPr>
            <p:ph type="title"/>
          </p:nvPr>
        </p:nvSpPr>
        <p:spPr>
          <a:xfrm>
            <a:off x="234884" y="261431"/>
            <a:ext cx="11730135" cy="511568"/>
          </a:xfrm>
        </p:spPr>
        <p:txBody>
          <a:bodyPr>
            <a:normAutofit/>
          </a:bodyPr>
          <a:lstStyle/>
          <a:p>
            <a:r>
              <a:rPr lang="en-US" sz="2500" b="1" kern="0" dirty="0">
                <a:solidFill>
                  <a:srgbClr val="1F4E79"/>
                </a:solidFill>
                <a:latin typeface="SB Sans Display" panose="020B0503040504020204" pitchFamily="34" charset="0"/>
                <a:ea typeface="等线" panose="02010600030101010101" pitchFamily="2" charset="-122"/>
              </a:rPr>
              <a:t>Main idea of the course: Risk management from Business standpoint</a:t>
            </a:r>
            <a:endParaRPr lang="en-NL" sz="2500" b="1" kern="0" dirty="0">
              <a:solidFill>
                <a:srgbClr val="1F4E79"/>
              </a:solidFill>
              <a:latin typeface="SB Sans Display" panose="020B0503040504020204" pitchFamily="34" charset="0"/>
              <a:ea typeface="等线" panose="02010600030101010101" pitchFamily="2" charset="-122"/>
            </a:endParaRPr>
          </a:p>
        </p:txBody>
      </p:sp>
      <p:sp>
        <p:nvSpPr>
          <p:cNvPr id="5" name="Slide Number Placeholder 4">
            <a:extLst>
              <a:ext uri="{FF2B5EF4-FFF2-40B4-BE49-F238E27FC236}">
                <a16:creationId xmlns:a16="http://schemas.microsoft.com/office/drawing/2014/main" id="{C457D2DA-8A17-336B-3EB9-7347A9AF4ECA}"/>
              </a:ext>
            </a:extLst>
          </p:cNvPr>
          <p:cNvSpPr>
            <a:spLocks noGrp="1"/>
          </p:cNvSpPr>
          <p:nvPr>
            <p:ph type="sldNum" sz="quarter" idx="12"/>
          </p:nvPr>
        </p:nvSpPr>
        <p:spPr/>
        <p:txBody>
          <a:bodyPr/>
          <a:lstStyle/>
          <a:p>
            <a:fld id="{B1E0C8B2-E4A6-4CA8-A98C-2D709BD2BD1D}" type="slidenum">
              <a:rPr lang="en-NL" smtClean="0"/>
              <a:t>4</a:t>
            </a:fld>
            <a:endParaRPr lang="en-NL"/>
          </a:p>
        </p:txBody>
      </p:sp>
      <p:sp>
        <p:nvSpPr>
          <p:cNvPr id="6" name="TextBox 5">
            <a:extLst>
              <a:ext uri="{FF2B5EF4-FFF2-40B4-BE49-F238E27FC236}">
                <a16:creationId xmlns:a16="http://schemas.microsoft.com/office/drawing/2014/main" id="{30AC2AB9-8C95-444B-05D3-42FF1BA573EA}"/>
              </a:ext>
            </a:extLst>
          </p:cNvPr>
          <p:cNvSpPr txBox="1"/>
          <p:nvPr/>
        </p:nvSpPr>
        <p:spPr>
          <a:xfrm>
            <a:off x="374664" y="2019224"/>
            <a:ext cx="7211505" cy="461665"/>
          </a:xfrm>
          <a:prstGeom prst="rect">
            <a:avLst/>
          </a:prstGeom>
          <a:noFill/>
        </p:spPr>
        <p:txBody>
          <a:bodyPr wrap="square" rtlCol="0">
            <a:spAutoFit/>
          </a:bodyPr>
          <a:lstStyle/>
          <a:p>
            <a:r>
              <a:rPr lang="en-US" sz="2400" b="0" i="0" dirty="0">
                <a:solidFill>
                  <a:srgbClr val="111111"/>
                </a:solidFill>
                <a:effectLst/>
                <a:latin typeface="+mj-lt"/>
              </a:rPr>
              <a:t>To maximize shareholders value in long-term period</a:t>
            </a:r>
            <a:endParaRPr lang="en-NL" sz="2400" dirty="0">
              <a:latin typeface="+mj-lt"/>
            </a:endParaRPr>
          </a:p>
        </p:txBody>
      </p:sp>
      <p:sp>
        <p:nvSpPr>
          <p:cNvPr id="25" name="Arrow: Down 24">
            <a:extLst>
              <a:ext uri="{FF2B5EF4-FFF2-40B4-BE49-F238E27FC236}">
                <a16:creationId xmlns:a16="http://schemas.microsoft.com/office/drawing/2014/main" id="{9A75B04C-91CC-2173-E420-510C222D97EB}"/>
              </a:ext>
            </a:extLst>
          </p:cNvPr>
          <p:cNvSpPr/>
          <p:nvPr/>
        </p:nvSpPr>
        <p:spPr>
          <a:xfrm>
            <a:off x="3258765" y="2663535"/>
            <a:ext cx="204282" cy="3801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CF42CF8-279A-9854-CC11-04A0448FA9FB}"/>
                  </a:ext>
                </a:extLst>
              </p:cNvPr>
              <p:cNvSpPr txBox="1"/>
              <p:nvPr/>
            </p:nvSpPr>
            <p:spPr>
              <a:xfrm>
                <a:off x="570141" y="4667096"/>
                <a:ext cx="4005520"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𝑀𝑜𝑛𝑒𝑦</m:t>
                          </m:r>
                          <m:r>
                            <a:rPr lang="en-US" b="0" i="1" smtClean="0">
                              <a:latin typeface="Cambria Math" panose="02040503050406030204" pitchFamily="18" charset="0"/>
                            </a:rPr>
                            <m:t> </m:t>
                          </m:r>
                          <m:r>
                            <a:rPr lang="en-US" b="0" i="1" smtClean="0">
                              <a:latin typeface="Cambria Math" panose="02040503050406030204" pitchFamily="18" charset="0"/>
                            </a:rPr>
                            <m:t>𝑟𝑒𝑐𝑖𝑒𝑣𝑒𝑑</m:t>
                          </m:r>
                          <m:r>
                            <a:rPr lang="en-US" i="1">
                              <a:latin typeface="Cambria Math" panose="02040503050406030204" pitchFamily="18" charset="0"/>
                            </a:rPr>
                            <m:t>−</m:t>
                          </m:r>
                          <m:r>
                            <a:rPr lang="en-US" b="0" i="1" smtClean="0">
                              <a:latin typeface="Cambria Math" panose="02040503050406030204" pitchFamily="18" charset="0"/>
                            </a:rPr>
                            <m:t>𝑀𝑜𝑛𝑒𝑦</m:t>
                          </m:r>
                          <m:r>
                            <a:rPr lang="en-US" b="0" i="1" smtClean="0">
                              <a:latin typeface="Cambria Math" panose="02040503050406030204" pitchFamily="18" charset="0"/>
                            </a:rPr>
                            <m:t> </m:t>
                          </m:r>
                          <m:r>
                            <a:rPr lang="en-US" b="0" i="1" smtClean="0">
                              <a:latin typeface="Cambria Math" panose="02040503050406030204" pitchFamily="18" charset="0"/>
                            </a:rPr>
                            <m:t>𝑃𝑎𝑖𝑑</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𝐿𝑜𝑠𝑡</m:t>
                          </m:r>
                        </m:num>
                        <m:den>
                          <m:r>
                            <a:rPr lang="en-US" b="0" i="1" smtClean="0">
                              <a:latin typeface="Cambria Math" panose="02040503050406030204" pitchFamily="18" charset="0"/>
                            </a:rPr>
                            <m:t>𝑀𝑜𝑛𝑒𝑦</m:t>
                          </m:r>
                          <m:r>
                            <a:rPr lang="en-US" b="0" i="1" smtClean="0">
                              <a:latin typeface="Cambria Math" panose="02040503050406030204" pitchFamily="18" charset="0"/>
                            </a:rPr>
                            <m:t> </m:t>
                          </m:r>
                          <m:r>
                            <a:rPr lang="en-US" b="0" i="1" smtClean="0">
                              <a:latin typeface="Cambria Math" panose="02040503050406030204" pitchFamily="18" charset="0"/>
                            </a:rPr>
                            <m:t>𝑖𝑛𝑣𝑒𝑠𝑡𝑒𝑑</m:t>
                          </m:r>
                        </m:den>
                      </m:f>
                    </m:oMath>
                  </m:oMathPara>
                </a14:m>
                <a:endParaRPr lang="en-NL" dirty="0"/>
              </a:p>
            </p:txBody>
          </p:sp>
        </mc:Choice>
        <mc:Fallback xmlns="">
          <p:sp>
            <p:nvSpPr>
              <p:cNvPr id="34" name="TextBox 33">
                <a:extLst>
                  <a:ext uri="{FF2B5EF4-FFF2-40B4-BE49-F238E27FC236}">
                    <a16:creationId xmlns:a16="http://schemas.microsoft.com/office/drawing/2014/main" id="{3CF42CF8-279A-9854-CC11-04A0448FA9FB}"/>
                  </a:ext>
                </a:extLst>
              </p:cNvPr>
              <p:cNvSpPr txBox="1">
                <a:spLocks noRot="1" noChangeAspect="1" noMove="1" noResize="1" noEditPoints="1" noAdjustHandles="1" noChangeArrowheads="1" noChangeShapeType="1" noTextEdit="1"/>
              </p:cNvSpPr>
              <p:nvPr/>
            </p:nvSpPr>
            <p:spPr>
              <a:xfrm>
                <a:off x="570141" y="4667096"/>
                <a:ext cx="4005520" cy="57323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A03411-383D-3BC1-F60D-38280B25625B}"/>
                  </a:ext>
                </a:extLst>
              </p:cNvPr>
              <p:cNvSpPr txBox="1"/>
              <p:nvPr/>
            </p:nvSpPr>
            <p:spPr>
              <a:xfrm>
                <a:off x="1361944" y="3218550"/>
                <a:ext cx="5426482" cy="472630"/>
              </a:xfrm>
              <a:prstGeom prst="rect">
                <a:avLst/>
              </a:prstGeom>
              <a:noFill/>
            </p:spPr>
            <p:txBody>
              <a:bodyPr wrap="square" lIns="0" tIns="0" rIns="0" bIns="0" rtlCol="0">
                <a:spAutoFit/>
              </a:bodyPr>
              <a:lstStyle/>
              <a:p>
                <a14:m>
                  <m:oMath xmlns:m="http://schemas.openxmlformats.org/officeDocument/2006/math">
                    <m:f>
                      <m:fPr>
                        <m:ctrlPr>
                          <a:rPr lang="en-US" sz="2000" b="0" i="1" smtClean="0">
                            <a:latin typeface="Cambria Math" panose="02040503050406030204" pitchFamily="18" charset="0"/>
                          </a:rPr>
                        </m:ctrlPr>
                      </m:fPr>
                      <m:num>
                        <m:r>
                          <a:rPr lang="en-US" sz="2000" i="1">
                            <a:latin typeface="Cambria Math" panose="02040503050406030204" pitchFamily="18" charset="0"/>
                          </a:rPr>
                          <m:t>𝑅𝑒𝑣𝑒𝑛𝑢𝑒</m:t>
                        </m:r>
                        <m:r>
                          <a:rPr lang="en-US" sz="2000" b="0" i="1" smtClean="0">
                            <a:latin typeface="Cambria Math" panose="02040503050406030204" pitchFamily="18" charset="0"/>
                          </a:rPr>
                          <m:t> </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𝐶𝑜𝑠𝑡𝑠</m:t>
                        </m:r>
                      </m:num>
                      <m:den>
                        <m:r>
                          <a:rPr lang="en-US" sz="2000" b="0" i="1" smtClean="0">
                            <a:latin typeface="Cambria Math" panose="02040503050406030204" pitchFamily="18" charset="0"/>
                          </a:rPr>
                          <m:t>𝐼𝑛𝑣𝑒𝑠𝑡𝑒𝑑</m:t>
                        </m:r>
                        <m:r>
                          <a:rPr lang="en-US" sz="2000" b="0" i="1" smtClean="0">
                            <a:latin typeface="Cambria Math" panose="02040503050406030204" pitchFamily="18" charset="0"/>
                          </a:rPr>
                          <m:t> </m:t>
                        </m:r>
                        <m:r>
                          <a:rPr lang="en-US" sz="2000" b="0" i="1" smtClean="0">
                            <a:latin typeface="Cambria Math" panose="02040503050406030204" pitchFamily="18" charset="0"/>
                          </a:rPr>
                          <m:t>𝑐𝑎𝑝𝑖𝑡𝑎𝑙</m:t>
                        </m:r>
                      </m:den>
                    </m:f>
                  </m:oMath>
                </a14:m>
                <a:r>
                  <a:rPr lang="en-US" sz="2000" dirty="0"/>
                  <a:t> = Return on Equity (ROE)</a:t>
                </a:r>
                <a:endParaRPr lang="en-NL" sz="2000" dirty="0"/>
              </a:p>
            </p:txBody>
          </p:sp>
        </mc:Choice>
        <mc:Fallback xmlns="">
          <p:sp>
            <p:nvSpPr>
              <p:cNvPr id="3" name="TextBox 2">
                <a:extLst>
                  <a:ext uri="{FF2B5EF4-FFF2-40B4-BE49-F238E27FC236}">
                    <a16:creationId xmlns:a16="http://schemas.microsoft.com/office/drawing/2014/main" id="{4FA03411-383D-3BC1-F60D-38280B25625B}"/>
                  </a:ext>
                </a:extLst>
              </p:cNvPr>
              <p:cNvSpPr txBox="1">
                <a:spLocks noRot="1" noChangeAspect="1" noMove="1" noResize="1" noEditPoints="1" noAdjustHandles="1" noChangeArrowheads="1" noChangeShapeType="1" noTextEdit="1"/>
              </p:cNvSpPr>
              <p:nvPr/>
            </p:nvSpPr>
            <p:spPr>
              <a:xfrm>
                <a:off x="1361944" y="3218550"/>
                <a:ext cx="5426482" cy="472630"/>
              </a:xfrm>
              <a:prstGeom prst="rect">
                <a:avLst/>
              </a:prstGeom>
              <a:blipFill>
                <a:blip r:embed="rId4"/>
                <a:stretch>
                  <a:fillRect l="-1235" t="-2564" b="-16667"/>
                </a:stretch>
              </a:blipFill>
            </p:spPr>
            <p:txBody>
              <a:bodyPr/>
              <a:lstStyle/>
              <a:p>
                <a:r>
                  <a:rPr lang="en-NL">
                    <a:noFill/>
                  </a:rPr>
                  <a:t> </a:t>
                </a:r>
              </a:p>
            </p:txBody>
          </p:sp>
        </mc:Fallback>
      </mc:AlternateContent>
      <p:sp>
        <p:nvSpPr>
          <p:cNvPr id="4" name="Arrow: Down 3">
            <a:extLst>
              <a:ext uri="{FF2B5EF4-FFF2-40B4-BE49-F238E27FC236}">
                <a16:creationId xmlns:a16="http://schemas.microsoft.com/office/drawing/2014/main" id="{B505BCEE-ACC2-67E9-9F4B-E7E6896E515A}"/>
              </a:ext>
            </a:extLst>
          </p:cNvPr>
          <p:cNvSpPr/>
          <p:nvPr/>
        </p:nvSpPr>
        <p:spPr>
          <a:xfrm>
            <a:off x="2177216" y="3989069"/>
            <a:ext cx="204282" cy="3801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Oval 10">
            <a:extLst>
              <a:ext uri="{FF2B5EF4-FFF2-40B4-BE49-F238E27FC236}">
                <a16:creationId xmlns:a16="http://schemas.microsoft.com/office/drawing/2014/main" id="{DEB9D755-A420-A34D-AE1A-2848646ADD4D}"/>
              </a:ext>
            </a:extLst>
          </p:cNvPr>
          <p:cNvSpPr/>
          <p:nvPr/>
        </p:nvSpPr>
        <p:spPr>
          <a:xfrm>
            <a:off x="3065041" y="3060476"/>
            <a:ext cx="2510811" cy="785968"/>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TextBox 12">
            <a:extLst>
              <a:ext uri="{FF2B5EF4-FFF2-40B4-BE49-F238E27FC236}">
                <a16:creationId xmlns:a16="http://schemas.microsoft.com/office/drawing/2014/main" id="{65B8EA11-FC9C-D524-E407-25E552DDC3F1}"/>
              </a:ext>
            </a:extLst>
          </p:cNvPr>
          <p:cNvSpPr txBox="1"/>
          <p:nvPr/>
        </p:nvSpPr>
        <p:spPr>
          <a:xfrm>
            <a:off x="374663" y="1131215"/>
            <a:ext cx="8235937" cy="461665"/>
          </a:xfrm>
          <a:prstGeom prst="rect">
            <a:avLst/>
          </a:prstGeom>
          <a:noFill/>
        </p:spPr>
        <p:txBody>
          <a:bodyPr wrap="square">
            <a:spAutoFit/>
          </a:bodyPr>
          <a:lstStyle/>
          <a:p>
            <a:r>
              <a:rPr lang="en-US" sz="2400" b="1" kern="0" dirty="0">
                <a:ea typeface="等线" panose="02010600030101010101" pitchFamily="2" charset="-122"/>
              </a:rPr>
              <a:t>What is the aim of any business? (incl. banking business)</a:t>
            </a:r>
            <a:endParaRPr lang="en-NL" sz="2400" dirty="0"/>
          </a:p>
        </p:txBody>
      </p:sp>
    </p:spTree>
    <p:extLst>
      <p:ext uri="{BB962C8B-B14F-4D97-AF65-F5344CB8AC3E}">
        <p14:creationId xmlns:p14="http://schemas.microsoft.com/office/powerpoint/2010/main" val="387479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p:bldP spid="3" grpId="0"/>
      <p:bldP spid="4"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5</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Definition of risk (1/2)</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5" name="TextBox 4"/>
          <p:cNvSpPr txBox="1"/>
          <p:nvPr/>
        </p:nvSpPr>
        <p:spPr>
          <a:xfrm>
            <a:off x="273269" y="1068631"/>
            <a:ext cx="11848745" cy="3862596"/>
          </a:xfrm>
          <a:prstGeom prst="rect">
            <a:avLst/>
          </a:prstGeom>
          <a:noFill/>
        </p:spPr>
        <p:txBody>
          <a:bodyPr wrap="square" rtlCol="0">
            <a:spAutoFit/>
          </a:bodyPr>
          <a:lstStyle/>
          <a:p>
            <a:r>
              <a:rPr lang="en-US" sz="2200" dirty="0"/>
              <a:t>The International Organization for Standardization (ISO) Guide 73 provides basic vocabulary to develop common understanding on risk management concepts and terms across different applications. ISO Guide 73:2009 defines </a:t>
            </a:r>
            <a:r>
              <a:rPr lang="en-US" sz="2200" b="1" dirty="0"/>
              <a:t>risk as: </a:t>
            </a:r>
          </a:p>
          <a:p>
            <a:endParaRPr lang="en-US" sz="2200" dirty="0"/>
          </a:p>
          <a:p>
            <a:r>
              <a:rPr lang="en-US" sz="2500" b="1" dirty="0"/>
              <a:t>effect of uncertainty on objectives</a:t>
            </a:r>
          </a:p>
          <a:p>
            <a:endParaRPr lang="en-US" sz="2200" dirty="0"/>
          </a:p>
          <a:p>
            <a:r>
              <a:rPr lang="en-US" sz="2200" dirty="0"/>
              <a:t>Note 2: Objectives can have </a:t>
            </a:r>
            <a:r>
              <a:rPr lang="en-US" sz="2200" b="1" dirty="0"/>
              <a:t>different aspects</a:t>
            </a:r>
            <a:r>
              <a:rPr lang="en-US" sz="2200" dirty="0"/>
              <a:t> (such as financial, health and safety, and environmental goals) and can apply at </a:t>
            </a:r>
            <a:r>
              <a:rPr lang="en-US" sz="2200" b="1" dirty="0"/>
              <a:t>different levels</a:t>
            </a:r>
            <a:r>
              <a:rPr lang="en-US" sz="2200" dirty="0"/>
              <a:t> (such as strategic, organization-wide, project, product and process). </a:t>
            </a:r>
          </a:p>
          <a:p>
            <a:r>
              <a:rPr lang="en-US" sz="2200" dirty="0"/>
              <a:t>Note 4: Risk is often expressed in terms of a combination of the </a:t>
            </a:r>
            <a:r>
              <a:rPr lang="en-US" sz="2200" b="1" dirty="0"/>
              <a:t>consequences of an event</a:t>
            </a:r>
            <a:r>
              <a:rPr lang="en-US" sz="2200" dirty="0"/>
              <a:t> (including changes in circumstances) and the associated </a:t>
            </a:r>
            <a:r>
              <a:rPr lang="en-US" sz="2200" b="1" dirty="0"/>
              <a:t>likelihood of occurrence</a:t>
            </a:r>
            <a:r>
              <a:rPr lang="en-US" sz="2200" dirty="0"/>
              <a:t>. </a:t>
            </a:r>
          </a:p>
        </p:txBody>
      </p:sp>
    </p:spTree>
    <p:extLst>
      <p:ext uri="{BB962C8B-B14F-4D97-AF65-F5344CB8AC3E}">
        <p14:creationId xmlns:p14="http://schemas.microsoft.com/office/powerpoint/2010/main" val="2684015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6</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Definition of risk (2/2)</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5" name="TextBox 4"/>
          <p:cNvSpPr txBox="1"/>
          <p:nvPr/>
        </p:nvSpPr>
        <p:spPr>
          <a:xfrm>
            <a:off x="381959" y="1068631"/>
            <a:ext cx="11740055" cy="4739759"/>
          </a:xfrm>
          <a:prstGeom prst="rect">
            <a:avLst/>
          </a:prstGeom>
          <a:noFill/>
        </p:spPr>
        <p:txBody>
          <a:bodyPr wrap="square" rtlCol="0">
            <a:spAutoFit/>
          </a:bodyPr>
          <a:lstStyle/>
          <a:p>
            <a:r>
              <a:rPr lang="en-US" sz="3200" b="1" dirty="0"/>
              <a:t>effect of uncertainty on objectives</a:t>
            </a:r>
            <a:endParaRPr lang="en-US" sz="3000" dirty="0"/>
          </a:p>
          <a:p>
            <a:endParaRPr lang="en-US" sz="3000" b="1" dirty="0"/>
          </a:p>
          <a:p>
            <a:pPr marL="457200" indent="-457200">
              <a:buFont typeface="Arial" panose="020B0604020202020204" pitchFamily="34" charset="0"/>
              <a:buChar char="•"/>
            </a:pPr>
            <a:r>
              <a:rPr lang="en-US" sz="3000" dirty="0"/>
              <a:t>If car producer detects a flaw in a safety system and decide to buy back sold cars, car producer doesn't have a risk, it has a </a:t>
            </a:r>
            <a:r>
              <a:rPr lang="en-US" sz="3000" b="1" dirty="0"/>
              <a:t>loss</a:t>
            </a:r>
            <a:endParaRPr lang="en-US" sz="3000" dirty="0"/>
          </a:p>
          <a:p>
            <a:pPr marL="457200" indent="-457200">
              <a:buFont typeface="Arial" panose="020B0604020202020204" pitchFamily="34" charset="0"/>
              <a:buChar char="•"/>
            </a:pPr>
            <a:endParaRPr lang="en-US" sz="3000" dirty="0"/>
          </a:p>
          <a:p>
            <a:pPr marL="457200" indent="-457200">
              <a:buFont typeface="Arial" panose="020B0604020202020204" pitchFamily="34" charset="0"/>
              <a:buChar char="•"/>
            </a:pPr>
            <a:r>
              <a:rPr lang="en-US" sz="3000" dirty="0"/>
              <a:t>If car producer detects a flaw in a safety system and decide to conceal it, car producer is exposed to </a:t>
            </a:r>
            <a:r>
              <a:rPr lang="en-US" sz="3000" b="1" dirty="0"/>
              <a:t>Reputation and Legal risk</a:t>
            </a:r>
            <a:r>
              <a:rPr lang="en-US" sz="3000" dirty="0"/>
              <a:t> (known risk)</a:t>
            </a:r>
          </a:p>
          <a:p>
            <a:pPr marL="457200" indent="-457200">
              <a:buFont typeface="Arial" panose="020B0604020202020204" pitchFamily="34" charset="0"/>
              <a:buChar char="•"/>
            </a:pPr>
            <a:endParaRPr lang="en-US" sz="3000" dirty="0"/>
          </a:p>
          <a:p>
            <a:pPr marL="457200" indent="-457200">
              <a:buFont typeface="Arial" panose="020B0604020202020204" pitchFamily="34" charset="0"/>
              <a:buChar char="•"/>
            </a:pPr>
            <a:r>
              <a:rPr lang="en-US" sz="3000" dirty="0"/>
              <a:t>If car producer doesn’t detect any flaws in the safety system, car producer is still exposed to </a:t>
            </a:r>
            <a:r>
              <a:rPr lang="en-US" sz="3000" b="1" dirty="0"/>
              <a:t>risk</a:t>
            </a:r>
            <a:r>
              <a:rPr lang="en-US" sz="3000" dirty="0"/>
              <a:t> that it may exists (unknown risk)</a:t>
            </a:r>
            <a:endParaRPr lang="ru-RU" sz="3000" dirty="0"/>
          </a:p>
        </p:txBody>
      </p:sp>
    </p:spTree>
    <p:extLst>
      <p:ext uri="{BB962C8B-B14F-4D97-AF65-F5344CB8AC3E}">
        <p14:creationId xmlns:p14="http://schemas.microsoft.com/office/powerpoint/2010/main" val="705302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7</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Risk management process</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4" name="Рисунок 3"/>
          <p:cNvPicPr>
            <a:picLocks noChangeAspect="1"/>
          </p:cNvPicPr>
          <p:nvPr/>
        </p:nvPicPr>
        <p:blipFill>
          <a:blip r:embed="rId2"/>
          <a:stretch>
            <a:fillRect/>
          </a:stretch>
        </p:blipFill>
        <p:spPr>
          <a:xfrm>
            <a:off x="580860" y="905861"/>
            <a:ext cx="10315575" cy="5067300"/>
          </a:xfrm>
          <a:prstGeom prst="rect">
            <a:avLst/>
          </a:prstGeom>
        </p:spPr>
      </p:pic>
    </p:spTree>
    <p:extLst>
      <p:ext uri="{BB962C8B-B14F-4D97-AF65-F5344CB8AC3E}">
        <p14:creationId xmlns:p14="http://schemas.microsoft.com/office/powerpoint/2010/main" val="1880343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p:cNvPicPr>
            <a:picLocks noChangeAspect="1"/>
          </p:cNvPicPr>
          <p:nvPr/>
        </p:nvPicPr>
        <p:blipFill>
          <a:blip r:embed="rId3"/>
          <a:stretch>
            <a:fillRect/>
          </a:stretch>
        </p:blipFill>
        <p:spPr>
          <a:xfrm>
            <a:off x="3121504" y="2726421"/>
            <a:ext cx="6239066" cy="3787323"/>
          </a:xfrm>
          <a:prstGeom prst="rect">
            <a:avLst/>
          </a:prstGeom>
        </p:spPr>
      </p:pic>
      <p:sp>
        <p:nvSpPr>
          <p:cNvPr id="2" name="Номер слайда 1"/>
          <p:cNvSpPr>
            <a:spLocks noGrp="1"/>
          </p:cNvSpPr>
          <p:nvPr>
            <p:ph type="sldNum" sz="quarter" idx="12"/>
          </p:nvPr>
        </p:nvSpPr>
        <p:spPr/>
        <p:txBody>
          <a:bodyPr/>
          <a:lstStyle/>
          <a:p>
            <a:fld id="{48F63A3B-78C7-47BE-AE5E-E10140E04643}" type="slidenum">
              <a:rPr lang="en-US" smtClean="0"/>
              <a:t>8</a:t>
            </a:fld>
            <a:endParaRPr lang="en-US" dirty="0"/>
          </a:p>
        </p:txBody>
      </p:sp>
      <p:sp>
        <p:nvSpPr>
          <p:cNvPr id="5" name="TextBox 4"/>
          <p:cNvSpPr txBox="1"/>
          <p:nvPr/>
        </p:nvSpPr>
        <p:spPr>
          <a:xfrm>
            <a:off x="3045204" y="1044702"/>
            <a:ext cx="8822946" cy="1538883"/>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The </a:t>
            </a:r>
            <a:r>
              <a:rPr lang="en-US" sz="2200" b="1" dirty="0">
                <a:latin typeface="Arial" panose="020B0604020202020204" pitchFamily="34" charset="0"/>
                <a:cs typeface="Arial" panose="020B0604020202020204" pitchFamily="34" charset="0"/>
              </a:rPr>
              <a:t>probability</a:t>
            </a:r>
            <a:r>
              <a:rPr lang="en-US" sz="2200" dirty="0">
                <a:latin typeface="Arial" panose="020B0604020202020204" pitchFamily="34" charset="0"/>
                <a:cs typeface="Arial" panose="020B0604020202020204" pitchFamily="34" charset="0"/>
              </a:rPr>
              <a:t> that a risk event will occur </a:t>
            </a:r>
            <a:r>
              <a:rPr lang="en-US" sz="2200" b="1" dirty="0">
                <a:latin typeface="Arial" panose="020B0604020202020204" pitchFamily="34" charset="0"/>
                <a:cs typeface="Arial" panose="020B0604020202020204" pitchFamily="34" charset="0"/>
              </a:rPr>
              <a:t>during the predetermined </a:t>
            </a:r>
            <a:r>
              <a:rPr lang="en-GB" sz="2200" b="1" dirty="0">
                <a:latin typeface="Arial" panose="020B0604020202020204" pitchFamily="34" charset="0"/>
                <a:cs typeface="Arial" panose="020B0604020202020204" pitchFamily="34" charset="0"/>
              </a:rPr>
              <a:t>period</a:t>
            </a:r>
            <a:r>
              <a:rPr lang="en-GB"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 </a:t>
            </a:r>
            <a:r>
              <a:rPr lang="en-GB" sz="2500" b="1" u="sng" dirty="0">
                <a:latin typeface="Arial" panose="020B0604020202020204" pitchFamily="34" charset="0"/>
                <a:cs typeface="Arial" panose="020B0604020202020204" pitchFamily="34" charset="0"/>
              </a:rPr>
              <a:t>likelihood</a:t>
            </a:r>
            <a:endParaRPr lang="en-US" sz="2500" u="sng"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impact or consequence of the event if it occurs – </a:t>
            </a:r>
            <a:r>
              <a:rPr lang="en-US" sz="2500" b="1" u="sng" dirty="0">
                <a:latin typeface="Arial" panose="020B0604020202020204" pitchFamily="34" charset="0"/>
                <a:cs typeface="Arial" panose="020B0604020202020204" pitchFamily="34" charset="0"/>
              </a:rPr>
              <a:t>severity</a:t>
            </a:r>
            <a:r>
              <a:rPr lang="en-US" sz="2200" dirty="0">
                <a:latin typeface="Arial" panose="020B0604020202020204" pitchFamily="34" charset="0"/>
                <a:cs typeface="Arial" panose="020B0604020202020204" pitchFamily="34" charset="0"/>
              </a:rPr>
              <a:t> (the price you pay)</a:t>
            </a:r>
          </a:p>
        </p:txBody>
      </p:sp>
      <p:cxnSp>
        <p:nvCxnSpPr>
          <p:cNvPr id="10" name="Straight Connector 9">
            <a:extLst>
              <a:ext uri="{FF2B5EF4-FFF2-40B4-BE49-F238E27FC236}">
                <a16:creationId xmlns:a16="http://schemas.microsoft.com/office/drawing/2014/main" id="{1A859682-12AE-01B2-6FB4-11ED64A52198}"/>
              </a:ext>
            </a:extLst>
          </p:cNvPr>
          <p:cNvCxnSpPr/>
          <p:nvPr/>
        </p:nvCxnSpPr>
        <p:spPr>
          <a:xfrm>
            <a:off x="469783" y="2686945"/>
            <a:ext cx="11501307" cy="22667"/>
          </a:xfrm>
          <a:prstGeom prst="line">
            <a:avLst/>
          </a:prstGeom>
          <a:ln w="6350">
            <a:prstDash val="sysDash"/>
          </a:ln>
        </p:spPr>
        <p:style>
          <a:lnRef idx="1">
            <a:schemeClr val="accent1"/>
          </a:lnRef>
          <a:fillRef idx="0">
            <a:schemeClr val="accent1"/>
          </a:fillRef>
          <a:effectRef idx="0">
            <a:schemeClr val="accent1"/>
          </a:effectRef>
          <a:fontRef idx="minor">
            <a:schemeClr val="tx1"/>
          </a:fontRef>
        </p:style>
      </p:cxnSp>
      <p:sp>
        <p:nvSpPr>
          <p:cNvPr id="12" name="Arrow: Right 11">
            <a:extLst>
              <a:ext uri="{FF2B5EF4-FFF2-40B4-BE49-F238E27FC236}">
                <a16:creationId xmlns:a16="http://schemas.microsoft.com/office/drawing/2014/main" id="{2B7093AA-CC82-8555-8C12-3B7F6F51A73C}"/>
              </a:ext>
            </a:extLst>
          </p:cNvPr>
          <p:cNvSpPr/>
          <p:nvPr/>
        </p:nvSpPr>
        <p:spPr>
          <a:xfrm>
            <a:off x="2387979" y="1587058"/>
            <a:ext cx="466725" cy="276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E9B250B-C2AD-93B6-408B-D9EDBA479FF5}"/>
              </a:ext>
            </a:extLst>
          </p:cNvPr>
          <p:cNvSpPr txBox="1"/>
          <p:nvPr/>
        </p:nvSpPr>
        <p:spPr>
          <a:xfrm>
            <a:off x="381959" y="1437578"/>
            <a:ext cx="1932616" cy="492443"/>
          </a:xfrm>
          <a:prstGeom prst="rect">
            <a:avLst/>
          </a:prstGeom>
          <a:noFill/>
        </p:spPr>
        <p:txBody>
          <a:bodyPr wrap="square" rtlCol="0">
            <a:spAutoFit/>
          </a:bodyPr>
          <a:lstStyle/>
          <a:p>
            <a:r>
              <a:rPr lang="ru-RU" sz="2600" b="1" dirty="0">
                <a:latin typeface="Arial" panose="020B0604020202020204" pitchFamily="34" charset="0"/>
                <a:cs typeface="Arial" panose="020B0604020202020204" pitchFamily="34" charset="0"/>
              </a:rPr>
              <a:t>2</a:t>
            </a:r>
            <a:r>
              <a:rPr lang="en-GB" sz="2600" b="1" dirty="0">
                <a:latin typeface="Arial" panose="020B0604020202020204" pitchFamily="34" charset="0"/>
                <a:cs typeface="Arial" panose="020B0604020202020204" pitchFamily="34" charset="0"/>
              </a:rPr>
              <a:t>. Measure</a:t>
            </a:r>
          </a:p>
        </p:txBody>
      </p:sp>
      <p:sp>
        <p:nvSpPr>
          <p:cNvPr id="14" name="Arrow: Right 13">
            <a:extLst>
              <a:ext uri="{FF2B5EF4-FFF2-40B4-BE49-F238E27FC236}">
                <a16:creationId xmlns:a16="http://schemas.microsoft.com/office/drawing/2014/main" id="{A4C87F76-4125-F81B-4433-1185EED5275D}"/>
              </a:ext>
            </a:extLst>
          </p:cNvPr>
          <p:cNvSpPr/>
          <p:nvPr/>
        </p:nvSpPr>
        <p:spPr>
          <a:xfrm>
            <a:off x="2387979" y="1598874"/>
            <a:ext cx="466725" cy="276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BCA4F60-311C-715E-6B2F-805E0F7965BC}"/>
              </a:ext>
            </a:extLst>
          </p:cNvPr>
          <p:cNvSpPr txBox="1"/>
          <p:nvPr/>
        </p:nvSpPr>
        <p:spPr>
          <a:xfrm>
            <a:off x="469783" y="4307921"/>
            <a:ext cx="1844792" cy="492443"/>
          </a:xfrm>
          <a:prstGeom prst="rect">
            <a:avLst/>
          </a:prstGeom>
          <a:noFill/>
        </p:spPr>
        <p:txBody>
          <a:bodyPr wrap="square" rtlCol="0">
            <a:spAutoFit/>
          </a:bodyPr>
          <a:lstStyle/>
          <a:p>
            <a:r>
              <a:rPr lang="en-GB" sz="2600" b="1" dirty="0">
                <a:latin typeface="Arial" panose="020B0604020202020204" pitchFamily="34" charset="0"/>
                <a:cs typeface="Arial" panose="020B0604020202020204" pitchFamily="34" charset="0"/>
              </a:rPr>
              <a:t>3. Manage</a:t>
            </a:r>
          </a:p>
        </p:txBody>
      </p:sp>
      <p:sp>
        <p:nvSpPr>
          <p:cNvPr id="16" name="Arrow: Right 15">
            <a:extLst>
              <a:ext uri="{FF2B5EF4-FFF2-40B4-BE49-F238E27FC236}">
                <a16:creationId xmlns:a16="http://schemas.microsoft.com/office/drawing/2014/main" id="{8766AF70-2D22-F803-E802-5E0C98E83B1E}"/>
              </a:ext>
            </a:extLst>
          </p:cNvPr>
          <p:cNvSpPr/>
          <p:nvPr/>
        </p:nvSpPr>
        <p:spPr>
          <a:xfrm>
            <a:off x="2387979" y="4428826"/>
            <a:ext cx="466725" cy="276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7944D3A4-7BB2-A4BF-759C-6906AC851353}"/>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Components of risk</a:t>
            </a:r>
            <a:r>
              <a:rPr lang="ru-RU"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 </a:t>
            </a: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and</a:t>
            </a:r>
            <a:r>
              <a:rPr lang="ru-RU"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 </a:t>
            </a: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risk measurement</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Tree>
    <p:extLst>
      <p:ext uri="{BB962C8B-B14F-4D97-AF65-F5344CB8AC3E}">
        <p14:creationId xmlns:p14="http://schemas.microsoft.com/office/powerpoint/2010/main" val="2024119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9</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3. Manage: example of tools</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4" name="TextBox 3"/>
          <p:cNvSpPr txBox="1"/>
          <p:nvPr/>
        </p:nvSpPr>
        <p:spPr>
          <a:xfrm>
            <a:off x="381959" y="690180"/>
            <a:ext cx="8228641" cy="4893647"/>
          </a:xfrm>
          <a:prstGeom prst="rect">
            <a:avLst/>
          </a:prstGeom>
          <a:noFill/>
        </p:spPr>
        <p:txBody>
          <a:bodyPr wrap="square" rtlCol="0">
            <a:spAutoFit/>
          </a:bodyPr>
          <a:lstStyle/>
          <a:p>
            <a:r>
              <a:rPr lang="en-US" sz="2400" b="1" dirty="0"/>
              <a:t>Accept</a:t>
            </a:r>
            <a:r>
              <a:rPr lang="ru-RU" sz="2400" b="1" dirty="0"/>
              <a:t> </a:t>
            </a:r>
            <a:r>
              <a:rPr lang="en-US" sz="2400" b="1" dirty="0"/>
              <a:t>/not accept:</a:t>
            </a:r>
          </a:p>
          <a:p>
            <a:pPr marL="342900" indent="-342900">
              <a:buFont typeface="Arial" panose="020B0604020202020204" pitchFamily="34" charset="0"/>
              <a:buChar char="•"/>
            </a:pPr>
            <a:r>
              <a:rPr lang="en-US" sz="2400" dirty="0"/>
              <a:t>Model thresholds</a:t>
            </a:r>
          </a:p>
          <a:p>
            <a:endParaRPr lang="en-US" sz="2400" b="1" dirty="0"/>
          </a:p>
          <a:p>
            <a:r>
              <a:rPr lang="en-US" sz="2400" b="1" dirty="0"/>
              <a:t>Control:</a:t>
            </a:r>
          </a:p>
          <a:p>
            <a:pPr marL="342900" indent="-342900">
              <a:buFont typeface="Arial" panose="020B0604020202020204" pitchFamily="34" charset="0"/>
              <a:buChar char="•"/>
            </a:pPr>
            <a:r>
              <a:rPr lang="en-US" sz="2400" dirty="0"/>
              <a:t>Reporting</a:t>
            </a:r>
          </a:p>
          <a:p>
            <a:endParaRPr lang="en-US" sz="2400" b="1" dirty="0"/>
          </a:p>
          <a:p>
            <a:r>
              <a:rPr lang="en-US" sz="2400" b="1" dirty="0"/>
              <a:t>Share:</a:t>
            </a:r>
          </a:p>
          <a:p>
            <a:pPr marL="342900" indent="-342900">
              <a:buFont typeface="Arial" panose="020B0604020202020204" pitchFamily="34" charset="0"/>
              <a:buChar char="•"/>
            </a:pPr>
            <a:r>
              <a:rPr lang="en-US" sz="2400" dirty="0"/>
              <a:t>Insurance</a:t>
            </a:r>
          </a:p>
          <a:p>
            <a:pPr marL="342900" indent="-342900">
              <a:buFont typeface="Arial" panose="020B0604020202020204" pitchFamily="34" charset="0"/>
              <a:buChar char="•"/>
            </a:pPr>
            <a:r>
              <a:rPr lang="en-US" sz="2400" dirty="0"/>
              <a:t>Hedging</a:t>
            </a:r>
          </a:p>
          <a:p>
            <a:endParaRPr lang="en-US" sz="2400" dirty="0"/>
          </a:p>
          <a:p>
            <a:r>
              <a:rPr lang="en-US" sz="2400" b="1" dirty="0"/>
              <a:t>Mitigate:</a:t>
            </a:r>
          </a:p>
          <a:p>
            <a:pPr marL="342900" indent="-342900">
              <a:buFont typeface="Arial" panose="020B0604020202020204" pitchFamily="34" charset="0"/>
              <a:buChar char="•"/>
            </a:pPr>
            <a:r>
              <a:rPr lang="en-US" sz="2400" dirty="0"/>
              <a:t>Collateral</a:t>
            </a:r>
          </a:p>
          <a:p>
            <a:pPr marL="342900" indent="-342900">
              <a:buFont typeface="Arial" panose="020B0604020202020204" pitchFamily="34" charset="0"/>
              <a:buChar char="•"/>
            </a:pPr>
            <a:r>
              <a:rPr lang="en-US" sz="2400" dirty="0"/>
              <a:t>Covenants</a:t>
            </a:r>
          </a:p>
        </p:txBody>
      </p:sp>
      <p:pic>
        <p:nvPicPr>
          <p:cNvPr id="5" name="Рисунок 8">
            <a:extLst>
              <a:ext uri="{FF2B5EF4-FFF2-40B4-BE49-F238E27FC236}">
                <a16:creationId xmlns:a16="http://schemas.microsoft.com/office/drawing/2014/main" id="{C8A5564B-80AE-7BE0-FA45-5532AEF063F3}"/>
              </a:ext>
            </a:extLst>
          </p:cNvPr>
          <p:cNvPicPr>
            <a:picLocks noChangeAspect="1"/>
          </p:cNvPicPr>
          <p:nvPr/>
        </p:nvPicPr>
        <p:blipFill>
          <a:blip r:embed="rId2"/>
          <a:stretch>
            <a:fillRect/>
          </a:stretch>
        </p:blipFill>
        <p:spPr>
          <a:xfrm>
            <a:off x="4035904" y="1274173"/>
            <a:ext cx="6239066" cy="3787323"/>
          </a:xfrm>
          <a:prstGeom prst="rect">
            <a:avLst/>
          </a:prstGeom>
        </p:spPr>
      </p:pic>
    </p:spTree>
    <p:extLst>
      <p:ext uri="{BB962C8B-B14F-4D97-AF65-F5344CB8AC3E}">
        <p14:creationId xmlns:p14="http://schemas.microsoft.com/office/powerpoint/2010/main" val="2307409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10</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cs typeface="SB Sans Display" panose="020B0503040504020204" pitchFamily="34" charset="0"/>
              </a:rPr>
              <a:t>3. Manage: Risk-Return Trade-off</a:t>
            </a:r>
            <a:endParaRPr lang="ru-RU" altLang="zh-CN" sz="2500" kern="0" dirty="0">
              <a:solidFill>
                <a:srgbClr val="5B9BD5">
                  <a:lumMod val="50000"/>
                </a:srgbClr>
              </a:solidFill>
              <a:latin typeface="SB Sans Display" panose="020B0503040504020204" pitchFamily="34" charset="0"/>
              <a:cs typeface="SB Sans Display" panose="020B0503040504020204" pitchFamily="34" charset="0"/>
            </a:endParaRPr>
          </a:p>
        </p:txBody>
      </p:sp>
      <p:pic>
        <p:nvPicPr>
          <p:cNvPr id="5" name="Рисунок 4"/>
          <p:cNvPicPr>
            <a:picLocks noChangeAspect="1"/>
          </p:cNvPicPr>
          <p:nvPr/>
        </p:nvPicPr>
        <p:blipFill>
          <a:blip r:embed="rId2"/>
          <a:stretch>
            <a:fillRect/>
          </a:stretch>
        </p:blipFill>
        <p:spPr>
          <a:xfrm>
            <a:off x="381959" y="685825"/>
            <a:ext cx="11740055" cy="962818"/>
          </a:xfrm>
          <a:prstGeom prst="rect">
            <a:avLst/>
          </a:prstGeom>
        </p:spPr>
      </p:pic>
      <p:pic>
        <p:nvPicPr>
          <p:cNvPr id="3" name="Picture 2">
            <a:extLst>
              <a:ext uri="{FF2B5EF4-FFF2-40B4-BE49-F238E27FC236}">
                <a16:creationId xmlns:a16="http://schemas.microsoft.com/office/drawing/2014/main" id="{740F7AC8-E87A-334F-56AC-8F208BE4A3C6}"/>
              </a:ext>
            </a:extLst>
          </p:cNvPr>
          <p:cNvPicPr>
            <a:picLocks noChangeAspect="1"/>
          </p:cNvPicPr>
          <p:nvPr/>
        </p:nvPicPr>
        <p:blipFill>
          <a:blip r:embed="rId3"/>
          <a:stretch>
            <a:fillRect/>
          </a:stretch>
        </p:blipFill>
        <p:spPr>
          <a:xfrm>
            <a:off x="859036" y="1123950"/>
            <a:ext cx="8290339" cy="5048225"/>
          </a:xfrm>
          <a:prstGeom prst="rect">
            <a:avLst/>
          </a:prstGeom>
        </p:spPr>
      </p:pic>
    </p:spTree>
    <p:extLst>
      <p:ext uri="{BB962C8B-B14F-4D97-AF65-F5344CB8AC3E}">
        <p14:creationId xmlns:p14="http://schemas.microsoft.com/office/powerpoint/2010/main" val="132061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11</a:t>
            </a:fld>
            <a:endParaRPr lang="en-US" dirty="0"/>
          </a:p>
        </p:txBody>
      </p:sp>
      <p:pic>
        <p:nvPicPr>
          <p:cNvPr id="3" name="Рисунок 2"/>
          <p:cNvPicPr>
            <a:picLocks noChangeAspect="1"/>
          </p:cNvPicPr>
          <p:nvPr/>
        </p:nvPicPr>
        <p:blipFill>
          <a:blip r:embed="rId2"/>
          <a:stretch>
            <a:fillRect/>
          </a:stretch>
        </p:blipFill>
        <p:spPr>
          <a:xfrm>
            <a:off x="472637" y="812089"/>
            <a:ext cx="10153650" cy="4981575"/>
          </a:xfrm>
          <a:prstGeom prst="rect">
            <a:avLst/>
          </a:prstGeom>
        </p:spPr>
      </p:pic>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Lines of defense</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5" name="Рисунок 4"/>
          <p:cNvPicPr>
            <a:picLocks noChangeAspect="1"/>
          </p:cNvPicPr>
          <p:nvPr/>
        </p:nvPicPr>
        <p:blipFill>
          <a:blip r:embed="rId3"/>
          <a:stretch>
            <a:fillRect/>
          </a:stretch>
        </p:blipFill>
        <p:spPr>
          <a:xfrm>
            <a:off x="6293069" y="1252866"/>
            <a:ext cx="4038600" cy="523382"/>
          </a:xfrm>
          <a:prstGeom prst="rect">
            <a:avLst/>
          </a:prstGeom>
        </p:spPr>
      </p:pic>
      <p:pic>
        <p:nvPicPr>
          <p:cNvPr id="6" name="Рисунок 5"/>
          <p:cNvPicPr>
            <a:picLocks noChangeAspect="1"/>
          </p:cNvPicPr>
          <p:nvPr/>
        </p:nvPicPr>
        <p:blipFill>
          <a:blip r:embed="rId4"/>
          <a:stretch>
            <a:fillRect/>
          </a:stretch>
        </p:blipFill>
        <p:spPr>
          <a:xfrm>
            <a:off x="7103679" y="2217025"/>
            <a:ext cx="3227989" cy="463792"/>
          </a:xfrm>
          <a:prstGeom prst="rect">
            <a:avLst/>
          </a:prstGeom>
        </p:spPr>
      </p:pic>
      <p:pic>
        <p:nvPicPr>
          <p:cNvPr id="7" name="Рисунок 6"/>
          <p:cNvPicPr>
            <a:picLocks noChangeAspect="1"/>
          </p:cNvPicPr>
          <p:nvPr/>
        </p:nvPicPr>
        <p:blipFill>
          <a:blip r:embed="rId4"/>
          <a:stretch>
            <a:fillRect/>
          </a:stretch>
        </p:blipFill>
        <p:spPr>
          <a:xfrm>
            <a:off x="7545607" y="2636983"/>
            <a:ext cx="2786061" cy="463792"/>
          </a:xfrm>
          <a:prstGeom prst="rect">
            <a:avLst/>
          </a:prstGeom>
        </p:spPr>
      </p:pic>
      <p:pic>
        <p:nvPicPr>
          <p:cNvPr id="8" name="Рисунок 7"/>
          <p:cNvPicPr>
            <a:picLocks noChangeAspect="1"/>
          </p:cNvPicPr>
          <p:nvPr/>
        </p:nvPicPr>
        <p:blipFill>
          <a:blip r:embed="rId5"/>
          <a:stretch>
            <a:fillRect/>
          </a:stretch>
        </p:blipFill>
        <p:spPr>
          <a:xfrm>
            <a:off x="7921024" y="3243503"/>
            <a:ext cx="2238375" cy="361950"/>
          </a:xfrm>
          <a:prstGeom prst="rect">
            <a:avLst/>
          </a:prstGeom>
        </p:spPr>
      </p:pic>
      <p:pic>
        <p:nvPicPr>
          <p:cNvPr id="9" name="Рисунок 8"/>
          <p:cNvPicPr>
            <a:picLocks noChangeAspect="1"/>
          </p:cNvPicPr>
          <p:nvPr/>
        </p:nvPicPr>
        <p:blipFill>
          <a:blip r:embed="rId5"/>
          <a:stretch>
            <a:fillRect/>
          </a:stretch>
        </p:blipFill>
        <p:spPr>
          <a:xfrm>
            <a:off x="8717673" y="3663461"/>
            <a:ext cx="1632512" cy="624122"/>
          </a:xfrm>
          <a:prstGeom prst="rect">
            <a:avLst/>
          </a:prstGeom>
        </p:spPr>
      </p:pic>
    </p:spTree>
    <p:extLst>
      <p:ext uri="{BB962C8B-B14F-4D97-AF65-F5344CB8AC3E}">
        <p14:creationId xmlns:p14="http://schemas.microsoft.com/office/powerpoint/2010/main" val="522499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12</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Swiss cheese model</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11" name="Picture 10">
            <a:extLst>
              <a:ext uri="{FF2B5EF4-FFF2-40B4-BE49-F238E27FC236}">
                <a16:creationId xmlns:a16="http://schemas.microsoft.com/office/drawing/2014/main" id="{40277774-6046-7F69-7384-AD21F2F6DF2D}"/>
              </a:ext>
            </a:extLst>
          </p:cNvPr>
          <p:cNvPicPr>
            <a:picLocks noChangeAspect="1"/>
          </p:cNvPicPr>
          <p:nvPr/>
        </p:nvPicPr>
        <p:blipFill>
          <a:blip r:embed="rId2"/>
          <a:stretch>
            <a:fillRect/>
          </a:stretch>
        </p:blipFill>
        <p:spPr>
          <a:xfrm>
            <a:off x="528637" y="1305729"/>
            <a:ext cx="11283114" cy="4057650"/>
          </a:xfrm>
          <a:prstGeom prst="rect">
            <a:avLst/>
          </a:prstGeom>
        </p:spPr>
      </p:pic>
    </p:spTree>
    <p:extLst>
      <p:ext uri="{BB962C8B-B14F-4D97-AF65-F5344CB8AC3E}">
        <p14:creationId xmlns:p14="http://schemas.microsoft.com/office/powerpoint/2010/main" val="3756748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13</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hlinkClick r:id="rId2"/>
              </a:rPr>
              <a:t>Global risk report</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5" name="Рисунок 4"/>
          <p:cNvPicPr>
            <a:picLocks noChangeAspect="1"/>
          </p:cNvPicPr>
          <p:nvPr/>
        </p:nvPicPr>
        <p:blipFill>
          <a:blip r:embed="rId3"/>
          <a:stretch>
            <a:fillRect/>
          </a:stretch>
        </p:blipFill>
        <p:spPr>
          <a:xfrm>
            <a:off x="317586" y="840827"/>
            <a:ext cx="5608912" cy="5791528"/>
          </a:xfrm>
          <a:prstGeom prst="rect">
            <a:avLst/>
          </a:prstGeom>
        </p:spPr>
      </p:pic>
      <p:pic>
        <p:nvPicPr>
          <p:cNvPr id="6" name="Рисунок 5"/>
          <p:cNvPicPr>
            <a:picLocks noChangeAspect="1"/>
          </p:cNvPicPr>
          <p:nvPr/>
        </p:nvPicPr>
        <p:blipFill>
          <a:blip r:embed="rId4"/>
          <a:stretch>
            <a:fillRect/>
          </a:stretch>
        </p:blipFill>
        <p:spPr>
          <a:xfrm>
            <a:off x="5495931" y="1535659"/>
            <a:ext cx="6686550" cy="2714625"/>
          </a:xfrm>
          <a:prstGeom prst="rect">
            <a:avLst/>
          </a:prstGeom>
        </p:spPr>
      </p:pic>
    </p:spTree>
    <p:extLst>
      <p:ext uri="{BB962C8B-B14F-4D97-AF65-F5344CB8AC3E}">
        <p14:creationId xmlns:p14="http://schemas.microsoft.com/office/powerpoint/2010/main" val="3749502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p:custDataLst>
              <p:tags r:id="rId1"/>
            </p:custDataLst>
            <p:extLst>
              <p:ext uri="{D42A27DB-BD31-4B8C-83A1-F6EECF244321}">
                <p14:modId xmlns:p14="http://schemas.microsoft.com/office/powerpoint/2010/main" val="22449477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3" imgW="395" imgH="396" progId="TCLayout.ActiveDocument.1">
                  <p:embed/>
                </p:oleObj>
              </mc:Choice>
              <mc:Fallback>
                <p:oleObj name="Слайд think-cell" r:id="rId3" imgW="395" imgH="396" progId="TCLayout.ActiveDocument.1">
                  <p:embed/>
                  <p:pic>
                    <p:nvPicPr>
                      <p:cNvPr id="5" name="Объект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ctrTitle"/>
          </p:nvPr>
        </p:nvSpPr>
        <p:spPr>
          <a:xfrm>
            <a:off x="231228" y="281919"/>
            <a:ext cx="11782096" cy="939691"/>
          </a:xfrm>
        </p:spPr>
        <p:txBody>
          <a:bodyPr vert="horz">
            <a:normAutofit/>
          </a:bodyPr>
          <a:lstStyle/>
          <a:p>
            <a:pPr algn="l"/>
            <a:r>
              <a:rPr lang="en-US" sz="5000" dirty="0">
                <a:solidFill>
                  <a:srgbClr val="1F4E79"/>
                </a:solidFill>
                <a:latin typeface="SB Sans Display" panose="020B0503040504020204" pitchFamily="34" charset="0"/>
                <a:cs typeface="SB Sans Display" panose="020B0503040504020204" pitchFamily="34" charset="0"/>
              </a:rPr>
              <a:t>1.</a:t>
            </a:r>
            <a:r>
              <a:rPr lang="ru-RU" sz="5000" dirty="0">
                <a:solidFill>
                  <a:srgbClr val="1F4E79"/>
                </a:solidFill>
                <a:latin typeface="SB Sans Display" panose="020B0503040504020204" pitchFamily="34" charset="0"/>
                <a:cs typeface="SB Sans Display" panose="020B0503040504020204" pitchFamily="34" charset="0"/>
              </a:rPr>
              <a:t>2</a:t>
            </a:r>
            <a:r>
              <a:rPr lang="en-US" sz="5000" dirty="0">
                <a:solidFill>
                  <a:srgbClr val="1F4E79"/>
                </a:solidFill>
                <a:latin typeface="SB Sans Display" panose="020B0503040504020204" pitchFamily="34" charset="0"/>
                <a:cs typeface="SB Sans Display" panose="020B0503040504020204" pitchFamily="34" charset="0"/>
              </a:rPr>
              <a:t> Foundations of risk management</a:t>
            </a:r>
            <a:endParaRPr lang="ru-RU" sz="5000" dirty="0">
              <a:solidFill>
                <a:srgbClr val="1F4E79"/>
              </a:solidFill>
              <a:latin typeface="SB Sans Display" panose="020B0503040504020204" pitchFamily="34" charset="0"/>
              <a:cs typeface="SB Sans Display" panose="020B0503040504020204" pitchFamily="34" charset="0"/>
            </a:endParaRPr>
          </a:p>
        </p:txBody>
      </p:sp>
      <p:sp>
        <p:nvSpPr>
          <p:cNvPr id="4" name="Номер слайда 3"/>
          <p:cNvSpPr>
            <a:spLocks noGrp="1"/>
          </p:cNvSpPr>
          <p:nvPr>
            <p:ph type="sldNum" sz="quarter" idx="12"/>
          </p:nvPr>
        </p:nvSpPr>
        <p:spPr/>
        <p:txBody>
          <a:bodyPr/>
          <a:lstStyle/>
          <a:p>
            <a:fld id="{48F63A3B-78C7-47BE-AE5E-E10140E04643}" type="slidenum">
              <a:rPr lang="en-US" smtClean="0"/>
              <a:t>14</a:t>
            </a:fld>
            <a:endParaRPr lang="en-US" dirty="0"/>
          </a:p>
        </p:txBody>
      </p:sp>
      <p:sp>
        <p:nvSpPr>
          <p:cNvPr id="7" name="Заголовок 1"/>
          <p:cNvSpPr txBox="1">
            <a:spLocks/>
          </p:cNvSpPr>
          <p:nvPr/>
        </p:nvSpPr>
        <p:spPr>
          <a:xfrm>
            <a:off x="698938" y="1450429"/>
            <a:ext cx="9144000" cy="69368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Font typeface="Arial" panose="020B0604020202020204" pitchFamily="34" charset="0"/>
              <a:buChar char="•"/>
            </a:pPr>
            <a:r>
              <a:rPr lang="en-US" sz="3000" dirty="0">
                <a:latin typeface="SB Sans Display" panose="020B0503040504020204" pitchFamily="34" charset="0"/>
                <a:cs typeface="SB Sans Display" panose="020B0503040504020204" pitchFamily="34" charset="0"/>
              </a:rPr>
              <a:t>Foundations of accounting in bank</a:t>
            </a:r>
          </a:p>
        </p:txBody>
      </p:sp>
      <p:sp>
        <p:nvSpPr>
          <p:cNvPr id="3" name="TextBox 2">
            <a:extLst>
              <a:ext uri="{FF2B5EF4-FFF2-40B4-BE49-F238E27FC236}">
                <a16:creationId xmlns:a16="http://schemas.microsoft.com/office/drawing/2014/main" id="{E6B6100C-863B-865D-D87B-2B66F6EE8616}"/>
              </a:ext>
            </a:extLst>
          </p:cNvPr>
          <p:cNvSpPr txBox="1"/>
          <p:nvPr/>
        </p:nvSpPr>
        <p:spPr>
          <a:xfrm>
            <a:off x="11088414" y="213126"/>
            <a:ext cx="956440" cy="477054"/>
          </a:xfrm>
          <a:prstGeom prst="rect">
            <a:avLst/>
          </a:prstGeom>
          <a:noFill/>
          <a:ln>
            <a:solidFill>
              <a:srgbClr val="FF0000"/>
            </a:solidFill>
          </a:ln>
        </p:spPr>
        <p:txBody>
          <a:bodyPr wrap="square" rtlCol="0">
            <a:spAutoFit/>
          </a:bodyPr>
          <a:lstStyle/>
          <a:p>
            <a:pPr algn="ctr"/>
            <a:r>
              <a:rPr lang="en-US" sz="2500" b="1" dirty="0">
                <a:solidFill>
                  <a:srgbClr val="FF0000"/>
                </a:solidFill>
              </a:rPr>
              <a:t>IE 1.</a:t>
            </a:r>
            <a:r>
              <a:rPr lang="ru-RU" sz="2500" b="1" dirty="0">
                <a:solidFill>
                  <a:srgbClr val="FF0000"/>
                </a:solidFill>
              </a:rPr>
              <a:t>0</a:t>
            </a:r>
          </a:p>
        </p:txBody>
      </p:sp>
    </p:spTree>
    <p:extLst>
      <p:ext uri="{BB962C8B-B14F-4D97-AF65-F5344CB8AC3E}">
        <p14:creationId xmlns:p14="http://schemas.microsoft.com/office/powerpoint/2010/main" val="4197033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15</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rPr>
              <a:t>Balance sheet of the Bank</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5" name="Рисунок 4"/>
          <p:cNvPicPr>
            <a:picLocks noChangeAspect="1"/>
          </p:cNvPicPr>
          <p:nvPr/>
        </p:nvPicPr>
        <p:blipFill>
          <a:blip r:embed="rId2"/>
          <a:stretch>
            <a:fillRect/>
          </a:stretch>
        </p:blipFill>
        <p:spPr>
          <a:xfrm>
            <a:off x="381959" y="1019502"/>
            <a:ext cx="11212184" cy="4885011"/>
          </a:xfrm>
          <a:prstGeom prst="rect">
            <a:avLst/>
          </a:prstGeom>
        </p:spPr>
      </p:pic>
    </p:spTree>
    <p:extLst>
      <p:ext uri="{BB962C8B-B14F-4D97-AF65-F5344CB8AC3E}">
        <p14:creationId xmlns:p14="http://schemas.microsoft.com/office/powerpoint/2010/main" val="523865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16</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rPr>
              <a:t>P&amp;L of the Bank</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3" name="Рисунок 2"/>
          <p:cNvPicPr>
            <a:picLocks noChangeAspect="1"/>
          </p:cNvPicPr>
          <p:nvPr/>
        </p:nvPicPr>
        <p:blipFill>
          <a:blip r:embed="rId2"/>
          <a:stretch>
            <a:fillRect/>
          </a:stretch>
        </p:blipFill>
        <p:spPr>
          <a:xfrm>
            <a:off x="381959" y="910318"/>
            <a:ext cx="11359712" cy="5148950"/>
          </a:xfrm>
          <a:prstGeom prst="rect">
            <a:avLst/>
          </a:prstGeom>
        </p:spPr>
      </p:pic>
    </p:spTree>
    <p:extLst>
      <p:ext uri="{BB962C8B-B14F-4D97-AF65-F5344CB8AC3E}">
        <p14:creationId xmlns:p14="http://schemas.microsoft.com/office/powerpoint/2010/main" val="4181444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17</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rPr>
              <a:t>Main disclosures</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5" name="Рисунок 4"/>
          <p:cNvPicPr>
            <a:picLocks noChangeAspect="1"/>
          </p:cNvPicPr>
          <p:nvPr/>
        </p:nvPicPr>
        <p:blipFill>
          <a:blip r:embed="rId3"/>
          <a:stretch>
            <a:fillRect/>
          </a:stretch>
        </p:blipFill>
        <p:spPr>
          <a:xfrm>
            <a:off x="381959" y="786505"/>
            <a:ext cx="5428045" cy="2187923"/>
          </a:xfrm>
          <a:prstGeom prst="rect">
            <a:avLst/>
          </a:prstGeom>
        </p:spPr>
      </p:pic>
      <p:pic>
        <p:nvPicPr>
          <p:cNvPr id="10" name="Рисунок 9"/>
          <p:cNvPicPr>
            <a:picLocks noChangeAspect="1"/>
          </p:cNvPicPr>
          <p:nvPr/>
        </p:nvPicPr>
        <p:blipFill>
          <a:blip r:embed="rId4"/>
          <a:stretch>
            <a:fillRect/>
          </a:stretch>
        </p:blipFill>
        <p:spPr>
          <a:xfrm>
            <a:off x="6012246" y="2476276"/>
            <a:ext cx="5769851" cy="1472968"/>
          </a:xfrm>
          <a:prstGeom prst="rect">
            <a:avLst/>
          </a:prstGeom>
        </p:spPr>
      </p:pic>
      <p:pic>
        <p:nvPicPr>
          <p:cNvPr id="11" name="Рисунок 10"/>
          <p:cNvPicPr>
            <a:picLocks noChangeAspect="1"/>
          </p:cNvPicPr>
          <p:nvPr/>
        </p:nvPicPr>
        <p:blipFill>
          <a:blip r:embed="rId5"/>
          <a:stretch>
            <a:fillRect/>
          </a:stretch>
        </p:blipFill>
        <p:spPr>
          <a:xfrm>
            <a:off x="255835" y="3909044"/>
            <a:ext cx="10263844" cy="2812431"/>
          </a:xfrm>
          <a:prstGeom prst="rect">
            <a:avLst/>
          </a:prstGeom>
        </p:spPr>
      </p:pic>
      <p:pic>
        <p:nvPicPr>
          <p:cNvPr id="12" name="Рисунок 11"/>
          <p:cNvPicPr>
            <a:picLocks noChangeAspect="1"/>
          </p:cNvPicPr>
          <p:nvPr/>
        </p:nvPicPr>
        <p:blipFill>
          <a:blip r:embed="rId6"/>
          <a:stretch>
            <a:fillRect/>
          </a:stretch>
        </p:blipFill>
        <p:spPr>
          <a:xfrm>
            <a:off x="5907310" y="911716"/>
            <a:ext cx="5979721" cy="1468235"/>
          </a:xfrm>
          <a:prstGeom prst="rect">
            <a:avLst/>
          </a:prstGeom>
        </p:spPr>
      </p:pic>
    </p:spTree>
    <p:extLst>
      <p:ext uri="{BB962C8B-B14F-4D97-AF65-F5344CB8AC3E}">
        <p14:creationId xmlns:p14="http://schemas.microsoft.com/office/powerpoint/2010/main" val="1199066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18</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rPr>
              <a:t>Capital of the Bank</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5" name="Рисунок 4"/>
          <p:cNvPicPr>
            <a:picLocks noChangeAspect="1"/>
          </p:cNvPicPr>
          <p:nvPr/>
        </p:nvPicPr>
        <p:blipFill>
          <a:blip r:embed="rId2"/>
          <a:stretch>
            <a:fillRect/>
          </a:stretch>
        </p:blipFill>
        <p:spPr>
          <a:xfrm>
            <a:off x="402980" y="686808"/>
            <a:ext cx="5380451" cy="4087537"/>
          </a:xfrm>
          <a:prstGeom prst="rect">
            <a:avLst/>
          </a:prstGeom>
        </p:spPr>
      </p:pic>
      <p:sp>
        <p:nvSpPr>
          <p:cNvPr id="6" name="Прямоугольник 5"/>
          <p:cNvSpPr/>
          <p:nvPr/>
        </p:nvSpPr>
        <p:spPr>
          <a:xfrm>
            <a:off x="5762410" y="1013346"/>
            <a:ext cx="6587244" cy="2554545"/>
          </a:xfrm>
          <a:prstGeom prst="rect">
            <a:avLst/>
          </a:prstGeom>
        </p:spPr>
        <p:txBody>
          <a:bodyPr wrap="square">
            <a:spAutoFit/>
          </a:bodyPr>
          <a:lstStyle/>
          <a:p>
            <a:r>
              <a:rPr lang="en-US" sz="2000" b="1" dirty="0"/>
              <a:t>Events affecting capital of the Bank:</a:t>
            </a:r>
          </a:p>
          <a:p>
            <a:pPr marL="285750" indent="-285750">
              <a:buFont typeface="Arial" panose="020B0604020202020204" pitchFamily="34" charset="0"/>
              <a:buChar char="•"/>
            </a:pPr>
            <a:r>
              <a:rPr lang="en-US" sz="2000" dirty="0"/>
              <a:t>Sum of all incomes, revaluations, provisions and costs =&gt; </a:t>
            </a:r>
            <a:r>
              <a:rPr lang="en-US" sz="2000" b="1" dirty="0"/>
              <a:t>retained earnings</a:t>
            </a:r>
          </a:p>
          <a:p>
            <a:pPr marL="285750" indent="-285750">
              <a:buFont typeface="Arial" panose="020B0604020202020204" pitchFamily="34" charset="0"/>
              <a:buChar char="•"/>
            </a:pPr>
            <a:r>
              <a:rPr lang="en-US" sz="2000" dirty="0" err="1"/>
              <a:t>Dr</a:t>
            </a:r>
            <a:r>
              <a:rPr lang="en-US" sz="2000" dirty="0"/>
              <a:t> Loans | Cr Interest income (interest accrued)</a:t>
            </a:r>
          </a:p>
          <a:p>
            <a:pPr marL="285750" indent="-285750">
              <a:buFont typeface="Arial" panose="020B0604020202020204" pitchFamily="34" charset="0"/>
              <a:buChar char="•"/>
            </a:pPr>
            <a:r>
              <a:rPr lang="en-US" sz="2000" dirty="0" err="1"/>
              <a:t>Dr</a:t>
            </a:r>
            <a:r>
              <a:rPr lang="en-US" sz="2000" dirty="0"/>
              <a:t> Addition to loan loss provisions | Cr Loans (recognition of credit risk on the loans)</a:t>
            </a:r>
          </a:p>
          <a:p>
            <a:pPr marL="285750" indent="-285750">
              <a:buFont typeface="Arial" panose="020B0604020202020204" pitchFamily="34" charset="0"/>
              <a:buChar char="•"/>
            </a:pPr>
            <a:r>
              <a:rPr lang="en-US" sz="2000" dirty="0" err="1"/>
              <a:t>Dr</a:t>
            </a:r>
            <a:r>
              <a:rPr lang="en-US" sz="2000" dirty="0"/>
              <a:t> FV of securities | Cr Income on revaluation (increase of the Fair value of securities in banking’s portfolio) </a:t>
            </a:r>
          </a:p>
        </p:txBody>
      </p:sp>
    </p:spTree>
    <p:extLst>
      <p:ext uri="{BB962C8B-B14F-4D97-AF65-F5344CB8AC3E}">
        <p14:creationId xmlns:p14="http://schemas.microsoft.com/office/powerpoint/2010/main" val="2191906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Объект 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3" imgW="395" imgH="396" progId="TCLayout.ActiveDocument.1">
                  <p:embed/>
                </p:oleObj>
              </mc:Choice>
              <mc:Fallback>
                <p:oleObj name="Слайд think-cell" r:id="rId3" imgW="395" imgH="396" progId="TCLayout.ActiveDocument.1">
                  <p:embed/>
                  <p:pic>
                    <p:nvPicPr>
                      <p:cNvPr id="9" name="Объект 8"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Рисунок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959" y="958062"/>
            <a:ext cx="11519424" cy="4139455"/>
          </a:xfrm>
          <a:prstGeom prst="rect">
            <a:avLst/>
          </a:prstGeom>
        </p:spPr>
      </p:pic>
      <p:sp>
        <p:nvSpPr>
          <p:cNvPr id="2" name="Номер слайда 1"/>
          <p:cNvSpPr>
            <a:spLocks noGrp="1"/>
          </p:cNvSpPr>
          <p:nvPr>
            <p:ph type="sldNum" sz="quarter" idx="12"/>
          </p:nvPr>
        </p:nvSpPr>
        <p:spPr/>
        <p:txBody>
          <a:bodyPr/>
          <a:lstStyle/>
          <a:p>
            <a:fld id="{48F63A3B-78C7-47BE-AE5E-E10140E04643}" type="slidenum">
              <a:rPr lang="en-US" smtClean="0"/>
              <a:t>19</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10622372"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ROE tree – useful framework for financial analysis of the bank</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TextBox 2"/>
          <p:cNvSpPr txBox="1"/>
          <p:nvPr/>
        </p:nvSpPr>
        <p:spPr>
          <a:xfrm>
            <a:off x="11088414" y="213126"/>
            <a:ext cx="956440" cy="477054"/>
          </a:xfrm>
          <a:prstGeom prst="rect">
            <a:avLst/>
          </a:prstGeom>
          <a:noFill/>
          <a:ln>
            <a:solidFill>
              <a:srgbClr val="FF0000"/>
            </a:solidFill>
          </a:ln>
        </p:spPr>
        <p:txBody>
          <a:bodyPr wrap="square" rtlCol="0">
            <a:spAutoFit/>
          </a:bodyPr>
          <a:lstStyle/>
          <a:p>
            <a:pPr algn="ctr"/>
            <a:r>
              <a:rPr lang="en-US" sz="2500" b="1" dirty="0">
                <a:solidFill>
                  <a:srgbClr val="FF0000"/>
                </a:solidFill>
              </a:rPr>
              <a:t>IE 1.3</a:t>
            </a:r>
            <a:endParaRPr lang="ru-RU" sz="2500" b="1" dirty="0">
              <a:solidFill>
                <a:srgbClr val="FF0000"/>
              </a:solidFill>
            </a:endParaRPr>
          </a:p>
        </p:txBody>
      </p:sp>
    </p:spTree>
    <p:extLst>
      <p:ext uri="{BB962C8B-B14F-4D97-AF65-F5344CB8AC3E}">
        <p14:creationId xmlns:p14="http://schemas.microsoft.com/office/powerpoint/2010/main" val="443192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p:custDataLst>
              <p:tags r:id="rId1"/>
            </p:custDataLst>
            <p:extLst>
              <p:ext uri="{D42A27DB-BD31-4B8C-83A1-F6EECF244321}">
                <p14:modId xmlns:p14="http://schemas.microsoft.com/office/powerpoint/2010/main" val="2272506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3" imgW="395" imgH="396" progId="TCLayout.ActiveDocument.1">
                  <p:embed/>
                </p:oleObj>
              </mc:Choice>
              <mc:Fallback>
                <p:oleObj name="Слайд think-cell" r:id="rId3" imgW="395" imgH="396" progId="TCLayout.ActiveDocument.1">
                  <p:embed/>
                  <p:pic>
                    <p:nvPicPr>
                      <p:cNvPr id="5" name="Объект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ctrTitle"/>
          </p:nvPr>
        </p:nvSpPr>
        <p:spPr>
          <a:xfrm>
            <a:off x="231228" y="281919"/>
            <a:ext cx="11782096" cy="939691"/>
          </a:xfrm>
        </p:spPr>
        <p:txBody>
          <a:bodyPr vert="horz">
            <a:normAutofit/>
          </a:bodyPr>
          <a:lstStyle/>
          <a:p>
            <a:pPr algn="l"/>
            <a:r>
              <a:rPr lang="en-US" sz="5000" dirty="0">
                <a:solidFill>
                  <a:srgbClr val="1F4E79"/>
                </a:solidFill>
                <a:latin typeface="SB Sans Display" panose="020B0503040504020204" pitchFamily="34" charset="0"/>
                <a:cs typeface="SB Sans Display" panose="020B0503040504020204" pitchFamily="34" charset="0"/>
              </a:rPr>
              <a:t>1.</a:t>
            </a:r>
            <a:r>
              <a:rPr lang="ru-RU" sz="5000" dirty="0">
                <a:solidFill>
                  <a:srgbClr val="1F4E79"/>
                </a:solidFill>
                <a:latin typeface="SB Sans Display" panose="020B0503040504020204" pitchFamily="34" charset="0"/>
                <a:cs typeface="SB Sans Display" panose="020B0503040504020204" pitchFamily="34" charset="0"/>
              </a:rPr>
              <a:t>3</a:t>
            </a:r>
            <a:r>
              <a:rPr lang="en-US" sz="5000" dirty="0">
                <a:solidFill>
                  <a:srgbClr val="1F4E79"/>
                </a:solidFill>
                <a:latin typeface="SB Sans Display" panose="020B0503040504020204" pitchFamily="34" charset="0"/>
                <a:cs typeface="SB Sans Display" panose="020B0503040504020204" pitchFamily="34" charset="0"/>
              </a:rPr>
              <a:t> Foundations of risk management</a:t>
            </a:r>
            <a:endParaRPr lang="ru-RU" sz="5000" dirty="0">
              <a:solidFill>
                <a:srgbClr val="1F4E79"/>
              </a:solidFill>
              <a:latin typeface="SB Sans Display" panose="020B0503040504020204" pitchFamily="34" charset="0"/>
              <a:cs typeface="SB Sans Display" panose="020B0503040504020204" pitchFamily="34" charset="0"/>
            </a:endParaRPr>
          </a:p>
        </p:txBody>
      </p:sp>
      <p:sp>
        <p:nvSpPr>
          <p:cNvPr id="4" name="Номер слайда 3"/>
          <p:cNvSpPr>
            <a:spLocks noGrp="1"/>
          </p:cNvSpPr>
          <p:nvPr>
            <p:ph type="sldNum" sz="quarter" idx="12"/>
          </p:nvPr>
        </p:nvSpPr>
        <p:spPr/>
        <p:txBody>
          <a:bodyPr/>
          <a:lstStyle/>
          <a:p>
            <a:fld id="{48F63A3B-78C7-47BE-AE5E-E10140E04643}" type="slidenum">
              <a:rPr lang="en-US" smtClean="0"/>
              <a:t>20</a:t>
            </a:fld>
            <a:endParaRPr lang="en-US" dirty="0"/>
          </a:p>
        </p:txBody>
      </p:sp>
      <p:sp>
        <p:nvSpPr>
          <p:cNvPr id="7" name="Заголовок 1"/>
          <p:cNvSpPr txBox="1">
            <a:spLocks/>
          </p:cNvSpPr>
          <p:nvPr/>
        </p:nvSpPr>
        <p:spPr>
          <a:xfrm>
            <a:off x="383627" y="1418897"/>
            <a:ext cx="10788870" cy="67266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Font typeface="Arial" panose="020B0604020202020204" pitchFamily="34" charset="0"/>
              <a:buChar char="•"/>
            </a:pPr>
            <a:r>
              <a:rPr lang="en-US" sz="3000" dirty="0">
                <a:latin typeface="SB Sans Display" panose="020B0503040504020204" pitchFamily="34" charset="0"/>
                <a:cs typeface="SB Sans Display" panose="020B0503040504020204" pitchFamily="34" charset="0"/>
              </a:rPr>
              <a:t>Practical application of risk management in banking</a:t>
            </a:r>
          </a:p>
        </p:txBody>
      </p:sp>
    </p:spTree>
    <p:extLst>
      <p:ext uri="{BB962C8B-B14F-4D97-AF65-F5344CB8AC3E}">
        <p14:creationId xmlns:p14="http://schemas.microsoft.com/office/powerpoint/2010/main" val="630304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21</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Risk </a:t>
            </a:r>
            <a:r>
              <a:rPr lang="en-US" altLang="zh-CN" sz="2500" b="1" kern="0">
                <a:solidFill>
                  <a:srgbClr val="1F4E79"/>
                </a:solidFill>
                <a:latin typeface="SB Sans Display" panose="020B0503040504020204" pitchFamily="34" charset="0"/>
                <a:ea typeface="等线" panose="02010600030101010101" pitchFamily="2" charset="-122"/>
                <a:cs typeface="SB Sans Display" panose="020B0503040504020204" pitchFamily="34" charset="0"/>
              </a:rPr>
              <a:t>management level</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graphicFrame>
        <p:nvGraphicFramePr>
          <p:cNvPr id="7" name="Таблица 6"/>
          <p:cNvGraphicFramePr>
            <a:graphicFrameLocks noGrp="1"/>
          </p:cNvGraphicFramePr>
          <p:nvPr>
            <p:extLst>
              <p:ext uri="{D42A27DB-BD31-4B8C-83A1-F6EECF244321}">
                <p14:modId xmlns:p14="http://schemas.microsoft.com/office/powerpoint/2010/main" val="2262906027"/>
              </p:ext>
            </p:extLst>
          </p:nvPr>
        </p:nvGraphicFramePr>
        <p:xfrm>
          <a:off x="483064" y="834066"/>
          <a:ext cx="11162397" cy="3703320"/>
        </p:xfrm>
        <a:graphic>
          <a:graphicData uri="http://schemas.openxmlformats.org/drawingml/2006/table">
            <a:tbl>
              <a:tblPr/>
              <a:tblGrid>
                <a:gridCol w="2091970">
                  <a:extLst>
                    <a:ext uri="{9D8B030D-6E8A-4147-A177-3AD203B41FA5}">
                      <a16:colId xmlns:a16="http://schemas.microsoft.com/office/drawing/2014/main" val="2176101473"/>
                    </a:ext>
                  </a:extLst>
                </a:gridCol>
                <a:gridCol w="4855780">
                  <a:extLst>
                    <a:ext uri="{9D8B030D-6E8A-4147-A177-3AD203B41FA5}">
                      <a16:colId xmlns:a16="http://schemas.microsoft.com/office/drawing/2014/main" val="3076826532"/>
                    </a:ext>
                  </a:extLst>
                </a:gridCol>
                <a:gridCol w="4214647">
                  <a:extLst>
                    <a:ext uri="{9D8B030D-6E8A-4147-A177-3AD203B41FA5}">
                      <a16:colId xmlns:a16="http://schemas.microsoft.com/office/drawing/2014/main" val="4099204920"/>
                    </a:ext>
                  </a:extLst>
                </a:gridCol>
              </a:tblGrid>
              <a:tr h="0">
                <a:tc>
                  <a:txBody>
                    <a:bodyPr/>
                    <a:lstStyle/>
                    <a:p>
                      <a:pPr algn="ctr"/>
                      <a:r>
                        <a:rPr lang="en-US" sz="2500" b="1" dirty="0"/>
                        <a:t>Subject</a:t>
                      </a:r>
                      <a:endParaRPr lang="ru-RU" sz="25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500" b="1" dirty="0" err="1">
                          <a:effectLst/>
                        </a:rPr>
                        <a:t>Macroprudential</a:t>
                      </a:r>
                      <a:r>
                        <a:rPr lang="en-US" sz="2500" b="1" dirty="0">
                          <a:effectLst/>
                        </a:rPr>
                        <a:t>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500" b="1" dirty="0">
                          <a:effectLst/>
                        </a:rPr>
                        <a:t>Entity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6359494"/>
                  </a:ext>
                </a:extLst>
              </a:tr>
              <a:tr h="0">
                <a:tc>
                  <a:txBody>
                    <a:bodyPr/>
                    <a:lstStyle/>
                    <a:p>
                      <a:pPr algn="l"/>
                      <a:r>
                        <a:rPr lang="en-US" sz="2500" dirty="0">
                          <a:effectLst/>
                        </a:rPr>
                        <a:t>Objective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500" dirty="0">
                          <a:effectLst/>
                        </a:rPr>
                        <a:t>Limit financial system-wide distress</a:t>
                      </a:r>
                      <a:r>
                        <a:rPr lang="ru-RU" sz="2500" dirty="0">
                          <a:effectLst/>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baseline="0" dirty="0">
                          <a:effectLst/>
                        </a:rPr>
                        <a:t>Protect consumers</a:t>
                      </a:r>
                    </a:p>
                    <a:p>
                      <a:pPr marL="342900" indent="-342900">
                        <a:buFont typeface="Arial" panose="020B0604020202020204" pitchFamily="34" charset="0"/>
                        <a:buChar char="•"/>
                      </a:pPr>
                      <a:r>
                        <a:rPr lang="en-US" sz="2500" dirty="0">
                          <a:effectLst/>
                        </a:rPr>
                        <a:t>Prevent</a:t>
                      </a:r>
                      <a:r>
                        <a:rPr lang="en-US" sz="2500" baseline="0" dirty="0">
                          <a:effectLst/>
                        </a:rPr>
                        <a:t> bank runs</a:t>
                      </a:r>
                    </a:p>
                    <a:p>
                      <a:pPr marL="342900" indent="-342900">
                        <a:buFont typeface="Arial" panose="020B0604020202020204" pitchFamily="34" charset="0"/>
                        <a:buChar char="•"/>
                      </a:pPr>
                      <a:r>
                        <a:rPr lang="en-US" sz="2500" baseline="0" dirty="0">
                          <a:effectLst/>
                        </a:rPr>
                        <a:t>Minimize systemic risk</a:t>
                      </a:r>
                      <a:endParaRPr lang="en-US" sz="25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500" dirty="0">
                          <a:effectLst/>
                        </a:rPr>
                        <a:t>Limit distress of individual institution:</a:t>
                      </a:r>
                    </a:p>
                    <a:p>
                      <a:pPr marL="342900" indent="-342900">
                        <a:buFont typeface="Arial" panose="020B0604020202020204" pitchFamily="34" charset="0"/>
                        <a:buChar char="•"/>
                      </a:pPr>
                      <a:r>
                        <a:rPr lang="en-US" sz="2500" dirty="0">
                          <a:effectLst/>
                        </a:rPr>
                        <a:t>Minimize losses</a:t>
                      </a:r>
                    </a:p>
                    <a:p>
                      <a:pPr marL="342900" indent="-342900">
                        <a:buFont typeface="Arial" panose="020B0604020202020204" pitchFamily="34" charset="0"/>
                        <a:buChar char="•"/>
                      </a:pPr>
                      <a:r>
                        <a:rPr lang="en-US" sz="2500" dirty="0">
                          <a:effectLst/>
                        </a:rPr>
                        <a:t>Prevent bankruptcy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3611800"/>
                  </a:ext>
                </a:extLst>
              </a:tr>
              <a:tr h="0">
                <a:tc>
                  <a:txBody>
                    <a:bodyPr/>
                    <a:lstStyle/>
                    <a:p>
                      <a:pPr algn="l"/>
                      <a:r>
                        <a:rPr lang="en-US" sz="2500" dirty="0">
                          <a:effectLst/>
                        </a:rPr>
                        <a:t>Instruments of Risk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2500" dirty="0"/>
                        <a:t>Basel I, II, III</a:t>
                      </a:r>
                      <a:r>
                        <a:rPr lang="ru-RU" sz="2500" dirty="0"/>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dirty="0"/>
                        <a:t>Reserve requirements</a:t>
                      </a:r>
                    </a:p>
                    <a:p>
                      <a:pPr marL="342900" indent="-342900">
                        <a:buFont typeface="Arial" panose="020B0604020202020204" pitchFamily="34" charset="0"/>
                        <a:buChar char="•"/>
                      </a:pPr>
                      <a:r>
                        <a:rPr lang="en-US" sz="2500" dirty="0"/>
                        <a:t>Deposit insurance</a:t>
                      </a:r>
                    </a:p>
                    <a:p>
                      <a:pPr marL="342900" indent="-342900">
                        <a:buFont typeface="Arial" panose="020B0604020202020204" pitchFamily="34" charset="0"/>
                        <a:buChar char="•"/>
                      </a:pPr>
                      <a:r>
                        <a:rPr lang="en-US" sz="2500" dirty="0"/>
                        <a:t>Banking product regulation*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2500" dirty="0"/>
                        <a:t>Share</a:t>
                      </a:r>
                    </a:p>
                    <a:p>
                      <a:pPr marL="342900" indent="-342900">
                        <a:buFont typeface="Arial" panose="020B0604020202020204" pitchFamily="34" charset="0"/>
                        <a:buChar char="•"/>
                      </a:pPr>
                      <a:r>
                        <a:rPr lang="en-US" sz="2500" dirty="0"/>
                        <a:t>Mitigate</a:t>
                      </a:r>
                    </a:p>
                    <a:p>
                      <a:pPr marL="342900" indent="-342900">
                        <a:buFont typeface="Arial" panose="020B0604020202020204" pitchFamily="34" charset="0"/>
                        <a:buChar char="•"/>
                      </a:pPr>
                      <a:r>
                        <a:rPr lang="en-US" sz="2500" dirty="0"/>
                        <a:t>Accept </a:t>
                      </a:r>
                    </a:p>
                    <a:p>
                      <a:pPr marL="342900" indent="-342900">
                        <a:buFont typeface="Arial" panose="020B0604020202020204" pitchFamily="34" charset="0"/>
                        <a:buChar char="•"/>
                      </a:pPr>
                      <a:r>
                        <a:rPr lang="en-US" sz="2500" dirty="0"/>
                        <a:t>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688676"/>
                  </a:ext>
                </a:extLst>
              </a:tr>
            </a:tbl>
          </a:graphicData>
        </a:graphic>
      </p:graphicFrame>
      <p:sp>
        <p:nvSpPr>
          <p:cNvPr id="3" name="Прямоугольник 2"/>
          <p:cNvSpPr/>
          <p:nvPr/>
        </p:nvSpPr>
        <p:spPr>
          <a:xfrm>
            <a:off x="483064" y="6011304"/>
            <a:ext cx="11077903" cy="923330"/>
          </a:xfrm>
          <a:prstGeom prst="rect">
            <a:avLst/>
          </a:prstGeom>
        </p:spPr>
        <p:txBody>
          <a:bodyPr wrap="square">
            <a:spAutoFit/>
          </a:bodyPr>
          <a:lstStyle/>
          <a:p>
            <a:r>
              <a:rPr lang="en-US" dirty="0"/>
              <a:t>*absence of “fine print”</a:t>
            </a:r>
            <a:r>
              <a:rPr lang="ru-RU" dirty="0"/>
              <a:t>, </a:t>
            </a:r>
            <a:r>
              <a:rPr lang="en-US" dirty="0"/>
              <a:t>indication of effective interest rate of the loan, limitation of collection procedures and many others</a:t>
            </a:r>
            <a:endParaRPr lang="ru-RU" dirty="0"/>
          </a:p>
          <a:p>
            <a:endParaRPr lang="ru-RU" dirty="0"/>
          </a:p>
        </p:txBody>
      </p:sp>
    </p:spTree>
    <p:extLst>
      <p:ext uri="{BB962C8B-B14F-4D97-AF65-F5344CB8AC3E}">
        <p14:creationId xmlns:p14="http://schemas.microsoft.com/office/powerpoint/2010/main" val="3929147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22</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5" name="Рисунок 4"/>
          <p:cNvPicPr>
            <a:picLocks noChangeAspect="1"/>
          </p:cNvPicPr>
          <p:nvPr/>
        </p:nvPicPr>
        <p:blipFill>
          <a:blip r:embed="rId2"/>
          <a:stretch>
            <a:fillRect/>
          </a:stretch>
        </p:blipFill>
        <p:spPr>
          <a:xfrm>
            <a:off x="487746" y="712619"/>
            <a:ext cx="9412999" cy="5826293"/>
          </a:xfrm>
          <a:prstGeom prst="rect">
            <a:avLst/>
          </a:prstGeom>
        </p:spPr>
      </p:pic>
      <p:sp>
        <p:nvSpPr>
          <p:cNvPr id="3" name="Прямоугольник 2"/>
          <p:cNvSpPr/>
          <p:nvPr/>
        </p:nvSpPr>
        <p:spPr>
          <a:xfrm>
            <a:off x="567559" y="2615609"/>
            <a:ext cx="2900855" cy="63208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567559" y="3572540"/>
            <a:ext cx="2900855" cy="119084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a:off x="3743817" y="3832488"/>
            <a:ext cx="2900855" cy="29294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p:cNvSpPr/>
          <p:nvPr/>
        </p:nvSpPr>
        <p:spPr>
          <a:xfrm>
            <a:off x="3743816" y="4481074"/>
            <a:ext cx="2900855" cy="205783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p:cNvSpPr/>
          <p:nvPr/>
        </p:nvSpPr>
        <p:spPr>
          <a:xfrm>
            <a:off x="6822281" y="2347472"/>
            <a:ext cx="2900855" cy="154404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47375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23</a:t>
            </a:fld>
            <a:endParaRPr lang="en-US" dirty="0"/>
          </a:p>
        </p:txBody>
      </p:sp>
      <p:sp>
        <p:nvSpPr>
          <p:cNvPr id="3" name="TextBox 2">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Banking business under Basel requirements</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4" name="TextBox 3"/>
          <p:cNvSpPr txBox="1"/>
          <p:nvPr/>
        </p:nvSpPr>
        <p:spPr>
          <a:xfrm rot="20714715">
            <a:off x="2961595" y="1107531"/>
            <a:ext cx="1771440" cy="707886"/>
          </a:xfrm>
          <a:prstGeom prst="rect">
            <a:avLst/>
          </a:prstGeom>
          <a:noFill/>
        </p:spPr>
        <p:txBody>
          <a:bodyPr wrap="square" rtlCol="0">
            <a:spAutoFit/>
          </a:bodyPr>
          <a:lstStyle/>
          <a:p>
            <a:r>
              <a:rPr lang="en-US" sz="2000" dirty="0">
                <a:solidFill>
                  <a:srgbClr val="FF0000"/>
                </a:solidFill>
              </a:rPr>
              <a:t>Capital requirements</a:t>
            </a:r>
            <a:endParaRPr lang="ru-RU" sz="2000" dirty="0">
              <a:solidFill>
                <a:srgbClr val="FF0000"/>
              </a:solidFill>
            </a:endParaRPr>
          </a:p>
        </p:txBody>
      </p:sp>
      <p:sp>
        <p:nvSpPr>
          <p:cNvPr id="5" name="TextBox 4"/>
          <p:cNvSpPr txBox="1"/>
          <p:nvPr/>
        </p:nvSpPr>
        <p:spPr>
          <a:xfrm rot="944519">
            <a:off x="5924699" y="1387387"/>
            <a:ext cx="2835641" cy="707886"/>
          </a:xfrm>
          <a:prstGeom prst="rect">
            <a:avLst/>
          </a:prstGeom>
          <a:noFill/>
        </p:spPr>
        <p:txBody>
          <a:bodyPr wrap="square" rtlCol="0">
            <a:spAutoFit/>
          </a:bodyPr>
          <a:lstStyle/>
          <a:p>
            <a:r>
              <a:rPr lang="en-US" sz="2000" dirty="0">
                <a:solidFill>
                  <a:srgbClr val="FF0000"/>
                </a:solidFill>
              </a:rPr>
              <a:t>Liquidity and interest</a:t>
            </a:r>
          </a:p>
          <a:p>
            <a:r>
              <a:rPr lang="en-US" sz="2000" dirty="0">
                <a:solidFill>
                  <a:srgbClr val="FF0000"/>
                </a:solidFill>
              </a:rPr>
              <a:t> rate risk requirements</a:t>
            </a:r>
            <a:endParaRPr lang="ru-RU" sz="2000" dirty="0">
              <a:solidFill>
                <a:srgbClr val="FF0000"/>
              </a:solidFill>
            </a:endParaRPr>
          </a:p>
        </p:txBody>
      </p:sp>
      <p:sp>
        <p:nvSpPr>
          <p:cNvPr id="6" name="TextBox 5"/>
          <p:cNvSpPr txBox="1"/>
          <p:nvPr/>
        </p:nvSpPr>
        <p:spPr>
          <a:xfrm>
            <a:off x="8003647" y="3169292"/>
            <a:ext cx="2974428" cy="400110"/>
          </a:xfrm>
          <a:prstGeom prst="rect">
            <a:avLst/>
          </a:prstGeom>
          <a:noFill/>
        </p:spPr>
        <p:txBody>
          <a:bodyPr wrap="square" rtlCol="0">
            <a:spAutoFit/>
          </a:bodyPr>
          <a:lstStyle/>
          <a:p>
            <a:r>
              <a:rPr lang="en-US" sz="2000" dirty="0">
                <a:solidFill>
                  <a:srgbClr val="FF0000"/>
                </a:solidFill>
              </a:rPr>
              <a:t>Market risk requirements</a:t>
            </a:r>
            <a:endParaRPr lang="ru-RU" sz="2000" dirty="0">
              <a:solidFill>
                <a:srgbClr val="FF0000"/>
              </a:solidFill>
            </a:endParaRPr>
          </a:p>
        </p:txBody>
      </p:sp>
      <p:sp>
        <p:nvSpPr>
          <p:cNvPr id="7" name="TextBox 6"/>
          <p:cNvSpPr txBox="1"/>
          <p:nvPr/>
        </p:nvSpPr>
        <p:spPr>
          <a:xfrm>
            <a:off x="4120055" y="5020629"/>
            <a:ext cx="2231083" cy="707886"/>
          </a:xfrm>
          <a:prstGeom prst="rect">
            <a:avLst/>
          </a:prstGeom>
          <a:noFill/>
        </p:spPr>
        <p:txBody>
          <a:bodyPr wrap="square" rtlCol="0">
            <a:spAutoFit/>
          </a:bodyPr>
          <a:lstStyle/>
          <a:p>
            <a:r>
              <a:rPr lang="en-US" sz="2000" dirty="0">
                <a:solidFill>
                  <a:srgbClr val="FF0000"/>
                </a:solidFill>
              </a:rPr>
              <a:t>Potential of the Market</a:t>
            </a:r>
            <a:endParaRPr lang="ru-RU" sz="2000" dirty="0">
              <a:solidFill>
                <a:srgbClr val="FF0000"/>
              </a:solidFill>
            </a:endParaRPr>
          </a:p>
        </p:txBody>
      </p:sp>
      <p:sp>
        <p:nvSpPr>
          <p:cNvPr id="8" name="TextBox 7"/>
          <p:cNvSpPr txBox="1"/>
          <p:nvPr/>
        </p:nvSpPr>
        <p:spPr>
          <a:xfrm>
            <a:off x="3899338" y="3013719"/>
            <a:ext cx="2974428" cy="400110"/>
          </a:xfrm>
          <a:prstGeom prst="rect">
            <a:avLst/>
          </a:prstGeom>
          <a:noFill/>
        </p:spPr>
        <p:txBody>
          <a:bodyPr wrap="square" rtlCol="0">
            <a:spAutoFit/>
          </a:bodyPr>
          <a:lstStyle/>
          <a:p>
            <a:r>
              <a:rPr lang="en-US" sz="2000" dirty="0">
                <a:solidFill>
                  <a:srgbClr val="00B050"/>
                </a:solidFill>
              </a:rPr>
              <a:t>Maximization of the profit</a:t>
            </a:r>
            <a:endParaRPr lang="ru-RU" sz="2000" dirty="0">
              <a:solidFill>
                <a:srgbClr val="00B050"/>
              </a:solidFill>
            </a:endParaRPr>
          </a:p>
        </p:txBody>
      </p:sp>
      <p:sp>
        <p:nvSpPr>
          <p:cNvPr id="9" name="Прямоугольник 8"/>
          <p:cNvSpPr/>
          <p:nvPr/>
        </p:nvSpPr>
        <p:spPr>
          <a:xfrm>
            <a:off x="3587969" y="2271515"/>
            <a:ext cx="3597166" cy="192395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1" name="Прямая соединительная линия 10"/>
          <p:cNvCxnSpPr/>
          <p:nvPr/>
        </p:nvCxnSpPr>
        <p:spPr>
          <a:xfrm flipV="1">
            <a:off x="2627586" y="1416298"/>
            <a:ext cx="3074275" cy="8550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p:nvPr/>
        </p:nvCxnSpPr>
        <p:spPr>
          <a:xfrm flipH="1" flipV="1">
            <a:off x="3899338" y="2417379"/>
            <a:ext cx="220717" cy="59634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p:nvPr/>
        </p:nvCxnSpPr>
        <p:spPr>
          <a:xfrm flipV="1">
            <a:off x="5896303" y="2396359"/>
            <a:ext cx="367862" cy="56283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flipH="1">
            <a:off x="4009696" y="3523235"/>
            <a:ext cx="525518" cy="486934"/>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p:cNvCxnSpPr/>
          <p:nvPr/>
        </p:nvCxnSpPr>
        <p:spPr>
          <a:xfrm>
            <a:off x="5701861" y="3538860"/>
            <a:ext cx="194442" cy="50220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5041399" y="1465196"/>
            <a:ext cx="3356366" cy="99422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H="1">
            <a:off x="7273159" y="2054092"/>
            <a:ext cx="1124606" cy="263352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925067" y="3413829"/>
            <a:ext cx="2177463" cy="400110"/>
          </a:xfrm>
          <a:prstGeom prst="rect">
            <a:avLst/>
          </a:prstGeom>
          <a:noFill/>
        </p:spPr>
        <p:txBody>
          <a:bodyPr wrap="square" rtlCol="0">
            <a:spAutoFit/>
          </a:bodyPr>
          <a:lstStyle/>
          <a:p>
            <a:r>
              <a:rPr lang="en-US" sz="2000" dirty="0">
                <a:solidFill>
                  <a:srgbClr val="FF0000"/>
                </a:solidFill>
              </a:rPr>
              <a:t>Internal limits</a:t>
            </a:r>
            <a:endParaRPr lang="ru-RU" sz="2000" dirty="0">
              <a:solidFill>
                <a:srgbClr val="FF0000"/>
              </a:solidFill>
            </a:endParaRPr>
          </a:p>
        </p:txBody>
      </p:sp>
      <p:cxnSp>
        <p:nvCxnSpPr>
          <p:cNvPr id="31" name="Прямая соединительная линия 30"/>
          <p:cNvCxnSpPr/>
          <p:nvPr/>
        </p:nvCxnSpPr>
        <p:spPr>
          <a:xfrm flipH="1">
            <a:off x="3407471" y="4394249"/>
            <a:ext cx="4237432" cy="471574"/>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flipH="1" flipV="1">
            <a:off x="2683331" y="2054092"/>
            <a:ext cx="987003" cy="2937723"/>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8958770" y="1071724"/>
            <a:ext cx="3997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467521" y="887058"/>
            <a:ext cx="2343787" cy="369332"/>
          </a:xfrm>
          <a:prstGeom prst="rect">
            <a:avLst/>
          </a:prstGeom>
          <a:noFill/>
        </p:spPr>
        <p:txBody>
          <a:bodyPr wrap="square" rtlCol="0">
            <a:spAutoFit/>
          </a:bodyPr>
          <a:lstStyle/>
          <a:p>
            <a:r>
              <a:rPr lang="en-US" dirty="0"/>
              <a:t>Regulatory limitation</a:t>
            </a:r>
            <a:endParaRPr lang="ru-RU" dirty="0"/>
          </a:p>
        </p:txBody>
      </p:sp>
      <p:cxnSp>
        <p:nvCxnSpPr>
          <p:cNvPr id="29" name="Прямая соединительная линия 28"/>
          <p:cNvCxnSpPr/>
          <p:nvPr/>
        </p:nvCxnSpPr>
        <p:spPr>
          <a:xfrm>
            <a:off x="8993349" y="1522625"/>
            <a:ext cx="399741" cy="0"/>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9467520" y="1314472"/>
            <a:ext cx="2343787" cy="646331"/>
          </a:xfrm>
          <a:prstGeom prst="rect">
            <a:avLst/>
          </a:prstGeom>
          <a:noFill/>
        </p:spPr>
        <p:txBody>
          <a:bodyPr wrap="square" rtlCol="0">
            <a:spAutoFit/>
          </a:bodyPr>
          <a:lstStyle/>
          <a:p>
            <a:r>
              <a:rPr lang="en-US" dirty="0"/>
              <a:t>Strategy and market limitation</a:t>
            </a:r>
            <a:endParaRPr lang="ru-RU" dirty="0"/>
          </a:p>
        </p:txBody>
      </p:sp>
    </p:spTree>
    <p:extLst>
      <p:ext uri="{BB962C8B-B14F-4D97-AF65-F5344CB8AC3E}">
        <p14:creationId xmlns:p14="http://schemas.microsoft.com/office/powerpoint/2010/main" val="327420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24</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8" y="213126"/>
            <a:ext cx="11611567" cy="86177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 and II – </a:t>
            </a: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hlinkClick r:id="rId2"/>
              </a:rPr>
              <a:t>CAR (Capital adequacy ratio) </a:t>
            </a: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vs</a:t>
            </a:r>
            <a:r>
              <a:rPr lang="en-US"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rPr>
              <a:t> </a:t>
            </a: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ICAAP (internal capital adequacy assessment process)</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graphicFrame>
        <p:nvGraphicFramePr>
          <p:cNvPr id="6" name="Таблица 5"/>
          <p:cNvGraphicFramePr>
            <a:graphicFrameLocks noGrp="1"/>
          </p:cNvGraphicFramePr>
          <p:nvPr>
            <p:extLst>
              <p:ext uri="{D42A27DB-BD31-4B8C-83A1-F6EECF244321}">
                <p14:modId xmlns:p14="http://schemas.microsoft.com/office/powerpoint/2010/main" val="1508935380"/>
              </p:ext>
            </p:extLst>
          </p:nvPr>
        </p:nvGraphicFramePr>
        <p:xfrm>
          <a:off x="381960" y="2437789"/>
          <a:ext cx="10810773" cy="3413760"/>
        </p:xfrm>
        <a:graphic>
          <a:graphicData uri="http://schemas.openxmlformats.org/drawingml/2006/table">
            <a:tbl>
              <a:tblPr firstRow="1" bandRow="1">
                <a:tableStyleId>{5C22544A-7EE6-4342-B048-85BDC9FD1C3A}</a:tableStyleId>
              </a:tblPr>
              <a:tblGrid>
                <a:gridCol w="2655531">
                  <a:extLst>
                    <a:ext uri="{9D8B030D-6E8A-4147-A177-3AD203B41FA5}">
                      <a16:colId xmlns:a16="http://schemas.microsoft.com/office/drawing/2014/main" val="542746702"/>
                    </a:ext>
                  </a:extLst>
                </a:gridCol>
                <a:gridCol w="5251103">
                  <a:extLst>
                    <a:ext uri="{9D8B030D-6E8A-4147-A177-3AD203B41FA5}">
                      <a16:colId xmlns:a16="http://schemas.microsoft.com/office/drawing/2014/main" val="985272114"/>
                    </a:ext>
                  </a:extLst>
                </a:gridCol>
                <a:gridCol w="2904139">
                  <a:extLst>
                    <a:ext uri="{9D8B030D-6E8A-4147-A177-3AD203B41FA5}">
                      <a16:colId xmlns:a16="http://schemas.microsoft.com/office/drawing/2014/main" val="4282649446"/>
                    </a:ext>
                  </a:extLst>
                </a:gridCol>
              </a:tblGrid>
              <a:tr h="318046">
                <a:tc>
                  <a:txBody>
                    <a:bodyPr/>
                    <a:lstStyle/>
                    <a:p>
                      <a:pPr algn="ctr"/>
                      <a:endParaRPr lang="ru-RU" sz="25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500" dirty="0">
                          <a:solidFill>
                            <a:schemeClr val="bg1"/>
                          </a:solidFill>
                        </a:rPr>
                        <a:t>CAR</a:t>
                      </a:r>
                      <a:endParaRPr lang="ru-RU" sz="25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a:txBody>
                    <a:bodyPr/>
                    <a:lstStyle/>
                    <a:p>
                      <a:pPr algn="ctr"/>
                      <a:r>
                        <a:rPr lang="en-US" sz="1800" dirty="0">
                          <a:solidFill>
                            <a:schemeClr val="bg1"/>
                          </a:solidFill>
                        </a:rPr>
                        <a:t>ICAAP</a:t>
                      </a:r>
                      <a:endParaRPr lang="ru-RU" sz="18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extLst>
                  <a:ext uri="{0D108BD9-81ED-4DB2-BD59-A6C34878D82A}">
                    <a16:rowId xmlns:a16="http://schemas.microsoft.com/office/drawing/2014/main" val="3762621853"/>
                  </a:ext>
                </a:extLst>
              </a:tr>
              <a:tr h="574535">
                <a:tc>
                  <a:txBody>
                    <a:bodyPr/>
                    <a:lstStyle/>
                    <a:p>
                      <a:r>
                        <a:rPr lang="en-US" sz="2500" b="1" dirty="0">
                          <a:solidFill>
                            <a:schemeClr val="bg1"/>
                          </a:solidFill>
                        </a:rPr>
                        <a:t>Calculation methodology</a:t>
                      </a:r>
                      <a:endParaRPr lang="ru-RU" sz="25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a:txBody>
                    <a:bodyPr/>
                    <a:lstStyle/>
                    <a:p>
                      <a:r>
                        <a:rPr lang="en-US" sz="2500" dirty="0">
                          <a:solidFill>
                            <a:schemeClr val="tx1"/>
                          </a:solidFill>
                        </a:rPr>
                        <a:t>Predetermined</a:t>
                      </a:r>
                      <a:r>
                        <a:rPr lang="en-US" sz="2500" baseline="0" dirty="0">
                          <a:solidFill>
                            <a:schemeClr val="tx1"/>
                          </a:solidFill>
                        </a:rPr>
                        <a:t> by the regulator</a:t>
                      </a:r>
                      <a:endParaRPr lang="ru-RU" sz="25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solidFill>
                            <a:schemeClr val="tx1"/>
                          </a:solidFill>
                        </a:rPr>
                        <a:t>At the bank's choice</a:t>
                      </a:r>
                      <a:endParaRPr lang="ru-RU"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6655220"/>
                  </a:ext>
                </a:extLst>
              </a:tr>
              <a:tr h="1087512">
                <a:tc>
                  <a:txBody>
                    <a:bodyPr/>
                    <a:lstStyle/>
                    <a:p>
                      <a:r>
                        <a:rPr lang="en-US" sz="2500" b="1" dirty="0">
                          <a:solidFill>
                            <a:schemeClr val="bg1"/>
                          </a:solidFill>
                        </a:rPr>
                        <a:t>Covered</a:t>
                      </a:r>
                      <a:r>
                        <a:rPr lang="en-US" sz="2500" b="1" baseline="0" dirty="0">
                          <a:solidFill>
                            <a:schemeClr val="bg1"/>
                          </a:solidFill>
                        </a:rPr>
                        <a:t> risks</a:t>
                      </a:r>
                      <a:endParaRPr lang="ru-RU" sz="25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a:txBody>
                    <a:bodyPr/>
                    <a:lstStyle/>
                    <a:p>
                      <a:pPr marL="342900" indent="-342900">
                        <a:buFont typeface="Arial" panose="020B0604020202020204" pitchFamily="34" charset="0"/>
                        <a:buChar char="•"/>
                      </a:pPr>
                      <a:r>
                        <a:rPr lang="en-US" sz="2500" dirty="0">
                          <a:solidFill>
                            <a:schemeClr val="tx1"/>
                          </a:solidFill>
                        </a:rPr>
                        <a:t>Credit risk</a:t>
                      </a:r>
                    </a:p>
                    <a:p>
                      <a:pPr marL="342900" indent="-342900">
                        <a:buFont typeface="Arial" panose="020B0604020202020204" pitchFamily="34" charset="0"/>
                        <a:buChar char="•"/>
                      </a:pPr>
                      <a:r>
                        <a:rPr lang="en-US" sz="2500" dirty="0">
                          <a:solidFill>
                            <a:schemeClr val="tx1"/>
                          </a:solidFill>
                        </a:rPr>
                        <a:t>Market</a:t>
                      </a:r>
                      <a:r>
                        <a:rPr lang="en-US" sz="2500" baseline="0" dirty="0">
                          <a:solidFill>
                            <a:schemeClr val="tx1"/>
                          </a:solidFill>
                        </a:rPr>
                        <a:t> risk</a:t>
                      </a:r>
                    </a:p>
                    <a:p>
                      <a:pPr marL="342900" indent="-342900">
                        <a:buFont typeface="Arial" panose="020B0604020202020204" pitchFamily="34" charset="0"/>
                        <a:buChar char="•"/>
                      </a:pPr>
                      <a:r>
                        <a:rPr lang="en-US" sz="2500" baseline="0" dirty="0">
                          <a:solidFill>
                            <a:schemeClr val="tx1"/>
                          </a:solidFill>
                        </a:rPr>
                        <a:t>Operational risk</a:t>
                      </a:r>
                      <a:endParaRPr lang="ru-RU" sz="25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1800" dirty="0">
                          <a:solidFill>
                            <a:schemeClr val="tx1"/>
                          </a:solidFill>
                        </a:rPr>
                        <a:t>Credit risk</a:t>
                      </a:r>
                    </a:p>
                    <a:p>
                      <a:pPr marL="342900" indent="-342900">
                        <a:buFont typeface="Arial" panose="020B0604020202020204" pitchFamily="34" charset="0"/>
                        <a:buChar char="•"/>
                      </a:pPr>
                      <a:r>
                        <a:rPr lang="en-US" sz="1800" dirty="0">
                          <a:solidFill>
                            <a:schemeClr val="tx1"/>
                          </a:solidFill>
                        </a:rPr>
                        <a:t>Market</a:t>
                      </a:r>
                      <a:r>
                        <a:rPr lang="en-US" sz="1800" baseline="0" dirty="0">
                          <a:solidFill>
                            <a:schemeClr val="tx1"/>
                          </a:solidFill>
                        </a:rPr>
                        <a:t> risk</a:t>
                      </a:r>
                    </a:p>
                    <a:p>
                      <a:pPr marL="342900" indent="-342900">
                        <a:buFont typeface="Arial" panose="020B0604020202020204" pitchFamily="34" charset="0"/>
                        <a:buChar char="•"/>
                      </a:pPr>
                      <a:r>
                        <a:rPr lang="en-US" sz="1800" baseline="0" dirty="0">
                          <a:solidFill>
                            <a:schemeClr val="tx1"/>
                          </a:solidFill>
                        </a:rPr>
                        <a:t>Operational risk</a:t>
                      </a:r>
                    </a:p>
                    <a:p>
                      <a:pPr marL="342900" indent="-342900">
                        <a:buFont typeface="Arial" panose="020B0604020202020204" pitchFamily="34" charset="0"/>
                        <a:buChar char="•"/>
                      </a:pPr>
                      <a:r>
                        <a:rPr lang="en-US" sz="1800" baseline="0" dirty="0">
                          <a:solidFill>
                            <a:schemeClr val="tx1"/>
                          </a:solidFill>
                        </a:rPr>
                        <a:t>All other significant risks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5923634"/>
                  </a:ext>
                </a:extLst>
              </a:tr>
              <a:tr h="574535">
                <a:tc>
                  <a:txBody>
                    <a:bodyPr/>
                    <a:lstStyle/>
                    <a:p>
                      <a:r>
                        <a:rPr lang="en-US" sz="2500" b="1" dirty="0">
                          <a:solidFill>
                            <a:schemeClr val="bg1"/>
                          </a:solidFill>
                        </a:rPr>
                        <a:t>Name of denominator</a:t>
                      </a:r>
                      <a:endParaRPr lang="ru-RU" sz="25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a:txBody>
                    <a:bodyPr/>
                    <a:lstStyle/>
                    <a:p>
                      <a:pPr marL="342900" indent="-342900">
                        <a:buFont typeface="Arial" panose="020B0604020202020204" pitchFamily="34" charset="0"/>
                        <a:buChar char="•"/>
                      </a:pPr>
                      <a:r>
                        <a:rPr lang="en-US" sz="2500" dirty="0">
                          <a:solidFill>
                            <a:schemeClr val="tx1"/>
                          </a:solidFill>
                        </a:rPr>
                        <a:t>Regulatory capital</a:t>
                      </a:r>
                      <a:endParaRPr lang="ru-RU" sz="25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1800" baseline="0" dirty="0">
                          <a:solidFill>
                            <a:schemeClr val="tx1"/>
                          </a:solidFill>
                        </a:rPr>
                        <a:t>Economical capital (ECAP)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590655"/>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1172620" y="1308220"/>
                <a:ext cx="9051452" cy="601960"/>
              </a:xfrm>
              <a:prstGeom prst="rect">
                <a:avLst/>
              </a:prstGeom>
              <a:noFill/>
            </p:spPr>
            <p:txBody>
              <a:bodyPr wrap="none" lIns="0" tIns="0" rIns="0" bIns="0" rtlCol="0">
                <a:spAutoFit/>
              </a:bodyPr>
              <a:lstStyle/>
              <a:p>
                <a:r>
                  <a:rPr lang="en-US" sz="2500" dirty="0"/>
                  <a:t>CAR (mandatory Ratio) </a:t>
                </a:r>
                <a14:m>
                  <m:oMath xmlns:m="http://schemas.openxmlformats.org/officeDocument/2006/math">
                    <m:r>
                      <a:rPr lang="en-US" sz="2500" i="1" smtClean="0">
                        <a:latin typeface="Cambria Math" panose="02040503050406030204" pitchFamily="18" charset="0"/>
                      </a:rPr>
                      <m:t>=</m:t>
                    </m:r>
                    <m:f>
                      <m:fPr>
                        <m:ctrlPr>
                          <a:rPr lang="en-US" sz="2500" i="1" smtClean="0">
                            <a:latin typeface="Cambria Math" panose="02040503050406030204" pitchFamily="18" charset="0"/>
                          </a:rPr>
                        </m:ctrlPr>
                      </m:fPr>
                      <m:num>
                        <m:r>
                          <a:rPr lang="en-US" sz="2500" b="0" i="1" smtClean="0">
                            <a:latin typeface="Cambria Math" panose="02040503050406030204" pitchFamily="18" charset="0"/>
                          </a:rPr>
                          <m:t>𝑇𝑜𝑡𝑎𝑙</m:t>
                        </m:r>
                        <m:r>
                          <a:rPr lang="en-US" sz="2500" b="0" i="1" smtClean="0">
                            <a:latin typeface="Cambria Math" panose="02040503050406030204" pitchFamily="18" charset="0"/>
                          </a:rPr>
                          <m:t> </m:t>
                        </m:r>
                        <m:r>
                          <a:rPr lang="en-US" sz="2500" b="0" i="1" smtClean="0">
                            <a:latin typeface="Cambria Math" panose="02040503050406030204" pitchFamily="18" charset="0"/>
                          </a:rPr>
                          <m:t>𝑐𝑎𝑝𝑖𝑡𝑎𝑙</m:t>
                        </m:r>
                      </m:num>
                      <m:den>
                        <m:r>
                          <a:rPr lang="en-US" sz="2500" b="0" i="1" smtClean="0">
                            <a:latin typeface="Cambria Math" panose="02040503050406030204" pitchFamily="18" charset="0"/>
                          </a:rPr>
                          <m:t>𝐶𝑟𝑒𝑑𝑖𝑡</m:t>
                        </m:r>
                        <m:r>
                          <a:rPr lang="en-US" sz="2500" b="0" i="1" smtClean="0">
                            <a:latin typeface="Cambria Math" panose="02040503050406030204" pitchFamily="18" charset="0"/>
                          </a:rPr>
                          <m:t> </m:t>
                        </m:r>
                        <m:r>
                          <a:rPr lang="en-US" sz="2500" b="0" i="1" smtClean="0">
                            <a:latin typeface="Cambria Math" panose="02040503050406030204" pitchFamily="18" charset="0"/>
                          </a:rPr>
                          <m:t>𝑟𝑖𝑠𝑘</m:t>
                        </m:r>
                        <m:r>
                          <a:rPr lang="en-US" sz="2500" b="0" i="1" smtClean="0">
                            <a:latin typeface="Cambria Math" panose="02040503050406030204" pitchFamily="18" charset="0"/>
                          </a:rPr>
                          <m:t>+</m:t>
                        </m:r>
                        <m:r>
                          <a:rPr lang="en-US" sz="2500" b="0" i="1" smtClean="0">
                            <a:latin typeface="Cambria Math" panose="02040503050406030204" pitchFamily="18" charset="0"/>
                          </a:rPr>
                          <m:t>𝑀𝑎𝑟𝑘𝑒𝑡</m:t>
                        </m:r>
                        <m:r>
                          <a:rPr lang="en-US" sz="2500" b="0" i="1" smtClean="0">
                            <a:latin typeface="Cambria Math" panose="02040503050406030204" pitchFamily="18" charset="0"/>
                          </a:rPr>
                          <m:t> </m:t>
                        </m:r>
                        <m:r>
                          <a:rPr lang="en-US" sz="2500" b="0" i="1" smtClean="0">
                            <a:latin typeface="Cambria Math" panose="02040503050406030204" pitchFamily="18" charset="0"/>
                          </a:rPr>
                          <m:t>𝑟𝑖𝑠𝑘</m:t>
                        </m:r>
                        <m:r>
                          <a:rPr lang="en-US" sz="2500" b="0" i="1" smtClean="0">
                            <a:latin typeface="Cambria Math" panose="02040503050406030204" pitchFamily="18" charset="0"/>
                          </a:rPr>
                          <m:t>+</m:t>
                        </m:r>
                        <m:r>
                          <a:rPr lang="en-US" sz="2500" b="0" i="1" smtClean="0">
                            <a:latin typeface="Cambria Math" panose="02040503050406030204" pitchFamily="18" charset="0"/>
                          </a:rPr>
                          <m:t>𝑂𝑝𝑒𝑟𝑎𝑡𝑖𝑜𝑛𝑎𝑙</m:t>
                        </m:r>
                        <m:r>
                          <a:rPr lang="en-US" sz="2500" b="0" i="1" smtClean="0">
                            <a:latin typeface="Cambria Math" panose="02040503050406030204" pitchFamily="18" charset="0"/>
                          </a:rPr>
                          <m:t> </m:t>
                        </m:r>
                        <m:r>
                          <a:rPr lang="en-US" sz="2500" b="0" i="1" smtClean="0">
                            <a:latin typeface="Cambria Math" panose="02040503050406030204" pitchFamily="18" charset="0"/>
                          </a:rPr>
                          <m:t>𝑟𝑖𝑠𝑘</m:t>
                        </m:r>
                      </m:den>
                    </m:f>
                  </m:oMath>
                </a14:m>
                <a:r>
                  <a:rPr lang="en-US" sz="2500" dirty="0"/>
                  <a:t> ⩾ 8%</a:t>
                </a:r>
                <a:r>
                  <a:rPr lang="en-US" sz="2000" baseline="30000" dirty="0"/>
                  <a:t>*</a:t>
                </a:r>
                <a:endParaRPr lang="ru-RU" sz="2000" baseline="30000" dirty="0"/>
              </a:p>
            </p:txBody>
          </p:sp>
        </mc:Choice>
        <mc:Fallback xmlns="">
          <p:sp>
            <p:nvSpPr>
              <p:cNvPr id="7" name="TextBox 6"/>
              <p:cNvSpPr txBox="1">
                <a:spLocks noRot="1" noChangeAspect="1" noMove="1" noResize="1" noEditPoints="1" noAdjustHandles="1" noChangeArrowheads="1" noChangeShapeType="1" noTextEdit="1"/>
              </p:cNvSpPr>
              <p:nvPr/>
            </p:nvSpPr>
            <p:spPr>
              <a:xfrm>
                <a:off x="1172620" y="1308220"/>
                <a:ext cx="9051452" cy="601960"/>
              </a:xfrm>
              <a:prstGeom prst="rect">
                <a:avLst/>
              </a:prstGeom>
              <a:blipFill>
                <a:blip r:embed="rId3"/>
                <a:stretch>
                  <a:fillRect l="-2088" t="-2041" r="-1145" b="-11224"/>
                </a:stretch>
              </a:blipFill>
            </p:spPr>
            <p:txBody>
              <a:bodyPr/>
              <a:lstStyle/>
              <a:p>
                <a:r>
                  <a:rPr lang="en-NL">
                    <a:noFill/>
                  </a:rPr>
                  <a:t> </a:t>
                </a:r>
              </a:p>
            </p:txBody>
          </p:sp>
        </mc:Fallback>
      </mc:AlternateContent>
      <p:sp>
        <p:nvSpPr>
          <p:cNvPr id="3" name="Oval 2">
            <a:extLst>
              <a:ext uri="{FF2B5EF4-FFF2-40B4-BE49-F238E27FC236}">
                <a16:creationId xmlns:a16="http://schemas.microsoft.com/office/drawing/2014/main" id="{57E3C188-514D-8407-EC75-1FD858E32EBC}"/>
              </a:ext>
            </a:extLst>
          </p:cNvPr>
          <p:cNvSpPr/>
          <p:nvPr/>
        </p:nvSpPr>
        <p:spPr>
          <a:xfrm>
            <a:off x="4438650" y="1528774"/>
            <a:ext cx="5057775" cy="5671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Oval 4">
            <a:extLst>
              <a:ext uri="{FF2B5EF4-FFF2-40B4-BE49-F238E27FC236}">
                <a16:creationId xmlns:a16="http://schemas.microsoft.com/office/drawing/2014/main" id="{66EEEC07-6B90-5F39-02DF-A1B96BDFAD56}"/>
              </a:ext>
            </a:extLst>
          </p:cNvPr>
          <p:cNvSpPr/>
          <p:nvPr/>
        </p:nvSpPr>
        <p:spPr>
          <a:xfrm>
            <a:off x="2586157" y="3524980"/>
            <a:ext cx="8512003" cy="1738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2" name="Freeform: Shape 11">
            <a:extLst>
              <a:ext uri="{FF2B5EF4-FFF2-40B4-BE49-F238E27FC236}">
                <a16:creationId xmlns:a16="http://schemas.microsoft.com/office/drawing/2014/main" id="{080E4B88-5CBA-8A77-F328-A307DEF45841}"/>
              </a:ext>
            </a:extLst>
          </p:cNvPr>
          <p:cNvSpPr/>
          <p:nvPr/>
        </p:nvSpPr>
        <p:spPr>
          <a:xfrm>
            <a:off x="9439275" y="1838325"/>
            <a:ext cx="2286041" cy="2555805"/>
          </a:xfrm>
          <a:custGeom>
            <a:avLst/>
            <a:gdLst>
              <a:gd name="connsiteX0" fmla="*/ 0 w 2286041"/>
              <a:gd name="connsiteY0" fmla="*/ 0 h 2555805"/>
              <a:gd name="connsiteX1" fmla="*/ 1219200 w 2286041"/>
              <a:gd name="connsiteY1" fmla="*/ 47625 h 2555805"/>
              <a:gd name="connsiteX2" fmla="*/ 1343025 w 2286041"/>
              <a:gd name="connsiteY2" fmla="*/ 95250 h 2555805"/>
              <a:gd name="connsiteX3" fmla="*/ 1724025 w 2286041"/>
              <a:gd name="connsiteY3" fmla="*/ 228600 h 2555805"/>
              <a:gd name="connsiteX4" fmla="*/ 1828800 w 2286041"/>
              <a:gd name="connsiteY4" fmla="*/ 266700 h 2555805"/>
              <a:gd name="connsiteX5" fmla="*/ 1857375 w 2286041"/>
              <a:gd name="connsiteY5" fmla="*/ 314325 h 2555805"/>
              <a:gd name="connsiteX6" fmla="*/ 1971675 w 2286041"/>
              <a:gd name="connsiteY6" fmla="*/ 381000 h 2555805"/>
              <a:gd name="connsiteX7" fmla="*/ 2009775 w 2286041"/>
              <a:gd name="connsiteY7" fmla="*/ 428625 h 2555805"/>
              <a:gd name="connsiteX8" fmla="*/ 2085975 w 2286041"/>
              <a:gd name="connsiteY8" fmla="*/ 476250 h 2555805"/>
              <a:gd name="connsiteX9" fmla="*/ 2209800 w 2286041"/>
              <a:gd name="connsiteY9" fmla="*/ 685800 h 2555805"/>
              <a:gd name="connsiteX10" fmla="*/ 2266950 w 2286041"/>
              <a:gd name="connsiteY10" fmla="*/ 819150 h 2555805"/>
              <a:gd name="connsiteX11" fmla="*/ 2286000 w 2286041"/>
              <a:gd name="connsiteY11" fmla="*/ 990600 h 2555805"/>
              <a:gd name="connsiteX12" fmla="*/ 2266950 w 2286041"/>
              <a:gd name="connsiteY12" fmla="*/ 1647825 h 2555805"/>
              <a:gd name="connsiteX13" fmla="*/ 2257425 w 2286041"/>
              <a:gd name="connsiteY13" fmla="*/ 1743075 h 2555805"/>
              <a:gd name="connsiteX14" fmla="*/ 2238375 w 2286041"/>
              <a:gd name="connsiteY14" fmla="*/ 1800225 h 2555805"/>
              <a:gd name="connsiteX15" fmla="*/ 2209800 w 2286041"/>
              <a:gd name="connsiteY15" fmla="*/ 1924050 h 2555805"/>
              <a:gd name="connsiteX16" fmla="*/ 2095500 w 2286041"/>
              <a:gd name="connsiteY16" fmla="*/ 2200275 h 2555805"/>
              <a:gd name="connsiteX17" fmla="*/ 2057400 w 2286041"/>
              <a:gd name="connsiteY17" fmla="*/ 2247900 h 2555805"/>
              <a:gd name="connsiteX18" fmla="*/ 2000250 w 2286041"/>
              <a:gd name="connsiteY18" fmla="*/ 2305050 h 2555805"/>
              <a:gd name="connsiteX19" fmla="*/ 1914525 w 2286041"/>
              <a:gd name="connsiteY19" fmla="*/ 2428875 h 2555805"/>
              <a:gd name="connsiteX20" fmla="*/ 1876425 w 2286041"/>
              <a:gd name="connsiteY20" fmla="*/ 2486025 h 2555805"/>
              <a:gd name="connsiteX21" fmla="*/ 1847850 w 2286041"/>
              <a:gd name="connsiteY21" fmla="*/ 2333625 h 2555805"/>
              <a:gd name="connsiteX22" fmla="*/ 1838325 w 2286041"/>
              <a:gd name="connsiteY22" fmla="*/ 2238375 h 2555805"/>
              <a:gd name="connsiteX23" fmla="*/ 1847850 w 2286041"/>
              <a:gd name="connsiteY23" fmla="*/ 2524125 h 2555805"/>
              <a:gd name="connsiteX24" fmla="*/ 2028825 w 2286041"/>
              <a:gd name="connsiteY24" fmla="*/ 2495550 h 2555805"/>
              <a:gd name="connsiteX25" fmla="*/ 2124075 w 2286041"/>
              <a:gd name="connsiteY25" fmla="*/ 2476500 h 2555805"/>
              <a:gd name="connsiteX26" fmla="*/ 2200275 w 2286041"/>
              <a:gd name="connsiteY26" fmla="*/ 2428875 h 2555805"/>
              <a:gd name="connsiteX27" fmla="*/ 2276475 w 2286041"/>
              <a:gd name="connsiteY27" fmla="*/ 2362200 h 255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6041" h="2555805">
                <a:moveTo>
                  <a:pt x="0" y="0"/>
                </a:moveTo>
                <a:cubicBezTo>
                  <a:pt x="43373" y="904"/>
                  <a:pt x="936566" y="-2621"/>
                  <a:pt x="1219200" y="47625"/>
                </a:cubicBezTo>
                <a:cubicBezTo>
                  <a:pt x="1262740" y="55365"/>
                  <a:pt x="1301235" y="80784"/>
                  <a:pt x="1343025" y="95250"/>
                </a:cubicBezTo>
                <a:cubicBezTo>
                  <a:pt x="1553481" y="168100"/>
                  <a:pt x="1427925" y="101700"/>
                  <a:pt x="1724025" y="228600"/>
                </a:cubicBezTo>
                <a:cubicBezTo>
                  <a:pt x="1802732" y="262332"/>
                  <a:pt x="1767242" y="251310"/>
                  <a:pt x="1828800" y="266700"/>
                </a:cubicBezTo>
                <a:cubicBezTo>
                  <a:pt x="1838325" y="282575"/>
                  <a:pt x="1843676" y="301872"/>
                  <a:pt x="1857375" y="314325"/>
                </a:cubicBezTo>
                <a:cubicBezTo>
                  <a:pt x="1884337" y="338836"/>
                  <a:pt x="1935833" y="363079"/>
                  <a:pt x="1971675" y="381000"/>
                </a:cubicBezTo>
                <a:cubicBezTo>
                  <a:pt x="1984375" y="396875"/>
                  <a:pt x="1994157" y="415610"/>
                  <a:pt x="2009775" y="428625"/>
                </a:cubicBezTo>
                <a:cubicBezTo>
                  <a:pt x="2032785" y="447800"/>
                  <a:pt x="2064795" y="455070"/>
                  <a:pt x="2085975" y="476250"/>
                </a:cubicBezTo>
                <a:cubicBezTo>
                  <a:pt x="2118119" y="508394"/>
                  <a:pt x="2196472" y="658118"/>
                  <a:pt x="2209800" y="685800"/>
                </a:cubicBezTo>
                <a:cubicBezTo>
                  <a:pt x="2230779" y="729373"/>
                  <a:pt x="2266950" y="819150"/>
                  <a:pt x="2266950" y="819150"/>
                </a:cubicBezTo>
                <a:cubicBezTo>
                  <a:pt x="2276751" y="877956"/>
                  <a:pt x="2286768" y="928432"/>
                  <a:pt x="2286000" y="990600"/>
                </a:cubicBezTo>
                <a:cubicBezTo>
                  <a:pt x="2283294" y="1209750"/>
                  <a:pt x="2275267" y="1428816"/>
                  <a:pt x="2266950" y="1647825"/>
                </a:cubicBezTo>
                <a:cubicBezTo>
                  <a:pt x="2265739" y="1679710"/>
                  <a:pt x="2263305" y="1711713"/>
                  <a:pt x="2257425" y="1743075"/>
                </a:cubicBezTo>
                <a:cubicBezTo>
                  <a:pt x="2253724" y="1762812"/>
                  <a:pt x="2243485" y="1780806"/>
                  <a:pt x="2238375" y="1800225"/>
                </a:cubicBezTo>
                <a:cubicBezTo>
                  <a:pt x="2227595" y="1841190"/>
                  <a:pt x="2224047" y="1884158"/>
                  <a:pt x="2209800" y="1924050"/>
                </a:cubicBezTo>
                <a:cubicBezTo>
                  <a:pt x="2176285" y="2017891"/>
                  <a:pt x="2157749" y="2122464"/>
                  <a:pt x="2095500" y="2200275"/>
                </a:cubicBezTo>
                <a:cubicBezTo>
                  <a:pt x="2082800" y="2216150"/>
                  <a:pt x="2071075" y="2232857"/>
                  <a:pt x="2057400" y="2247900"/>
                </a:cubicBezTo>
                <a:cubicBezTo>
                  <a:pt x="2039278" y="2267835"/>
                  <a:pt x="2016944" y="2283905"/>
                  <a:pt x="2000250" y="2305050"/>
                </a:cubicBezTo>
                <a:cubicBezTo>
                  <a:pt x="1969143" y="2344452"/>
                  <a:pt x="1930400" y="2381250"/>
                  <a:pt x="1914525" y="2428875"/>
                </a:cubicBezTo>
                <a:cubicBezTo>
                  <a:pt x="1900740" y="2470229"/>
                  <a:pt x="1912100" y="2450350"/>
                  <a:pt x="1876425" y="2486025"/>
                </a:cubicBezTo>
                <a:cubicBezTo>
                  <a:pt x="1847846" y="2571762"/>
                  <a:pt x="1867178" y="2526904"/>
                  <a:pt x="1847850" y="2333625"/>
                </a:cubicBezTo>
                <a:lnTo>
                  <a:pt x="1838325" y="2238375"/>
                </a:lnTo>
                <a:cubicBezTo>
                  <a:pt x="1841500" y="2333625"/>
                  <a:pt x="1801811" y="2440680"/>
                  <a:pt x="1847850" y="2524125"/>
                </a:cubicBezTo>
                <a:cubicBezTo>
                  <a:pt x="1891981" y="2604113"/>
                  <a:pt x="1981622" y="2509036"/>
                  <a:pt x="2028825" y="2495550"/>
                </a:cubicBezTo>
                <a:cubicBezTo>
                  <a:pt x="2059958" y="2486655"/>
                  <a:pt x="2124075" y="2476500"/>
                  <a:pt x="2124075" y="2476500"/>
                </a:cubicBezTo>
                <a:cubicBezTo>
                  <a:pt x="2126806" y="2474861"/>
                  <a:pt x="2190126" y="2437896"/>
                  <a:pt x="2200275" y="2428875"/>
                </a:cubicBezTo>
                <a:cubicBezTo>
                  <a:pt x="2280208" y="2357823"/>
                  <a:pt x="2228648" y="2386114"/>
                  <a:pt x="2276475" y="236220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TextBox 12">
            <a:extLst>
              <a:ext uri="{FF2B5EF4-FFF2-40B4-BE49-F238E27FC236}">
                <a16:creationId xmlns:a16="http://schemas.microsoft.com/office/drawing/2014/main" id="{BAB8A44E-FF83-7731-F65C-EA2F72CA8EB2}"/>
              </a:ext>
            </a:extLst>
          </p:cNvPr>
          <p:cNvSpPr txBox="1"/>
          <p:nvPr/>
        </p:nvSpPr>
        <p:spPr>
          <a:xfrm>
            <a:off x="336721" y="6445372"/>
            <a:ext cx="5010150" cy="307777"/>
          </a:xfrm>
          <a:prstGeom prst="rect">
            <a:avLst/>
          </a:prstGeom>
          <a:noFill/>
        </p:spPr>
        <p:txBody>
          <a:bodyPr wrap="square" rtlCol="0">
            <a:spAutoFit/>
          </a:bodyPr>
          <a:lstStyle/>
          <a:p>
            <a:r>
              <a:rPr lang="en-US" sz="1400" dirty="0"/>
              <a:t>* On practice a bit more complex logic of ratios</a:t>
            </a:r>
            <a:endParaRPr lang="en-NL" sz="1400" dirty="0"/>
          </a:p>
        </p:txBody>
      </p:sp>
    </p:spTree>
    <p:extLst>
      <p:ext uri="{BB962C8B-B14F-4D97-AF65-F5344CB8AC3E}">
        <p14:creationId xmlns:p14="http://schemas.microsoft.com/office/powerpoint/2010/main" val="1835611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25</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8" y="213126"/>
            <a:ext cx="11326565"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Sanctions which Regulator can apply to local banks (law N 86)</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Прямоугольник 2"/>
          <p:cNvSpPr/>
          <p:nvPr/>
        </p:nvSpPr>
        <p:spPr>
          <a:xfrm>
            <a:off x="381959" y="1171600"/>
            <a:ext cx="11408735" cy="4324261"/>
          </a:xfrm>
          <a:prstGeom prst="rect">
            <a:avLst/>
          </a:prstGeom>
        </p:spPr>
        <p:txBody>
          <a:bodyPr wrap="square">
            <a:spAutoFit/>
          </a:bodyPr>
          <a:lstStyle/>
          <a:p>
            <a:pPr marL="342900" indent="-342900">
              <a:buFont typeface="+mj-lt"/>
              <a:buAutoNum type="arabicPeriod"/>
            </a:pPr>
            <a:r>
              <a:rPr lang="en-US" sz="2500" dirty="0">
                <a:solidFill>
                  <a:srgbClr val="000000"/>
                </a:solidFill>
                <a:latin typeface="Arial" panose="020B0604020202020204" pitchFamily="34" charset="0"/>
                <a:cs typeface="Arial" panose="020B0604020202020204" pitchFamily="34" charset="0"/>
              </a:rPr>
              <a:t>Fine up to 1% of charter capital;</a:t>
            </a:r>
          </a:p>
          <a:p>
            <a:pPr marL="342900" indent="-342900">
              <a:buFont typeface="+mj-lt"/>
              <a:buAutoNum type="arabicPeriod"/>
            </a:pPr>
            <a:r>
              <a:rPr lang="en-US" sz="2500" dirty="0">
                <a:latin typeface="Arial" panose="020B0604020202020204" pitchFamily="34" charset="0"/>
                <a:cs typeface="Arial" panose="020B0604020202020204" pitchFamily="34" charset="0"/>
              </a:rPr>
              <a:t>Demand from the bank:</a:t>
            </a:r>
          </a:p>
          <a:p>
            <a:pPr marL="742950" lvl="1" indent="-285750">
              <a:buFont typeface="Arial" panose="020B0604020202020204" pitchFamily="34" charset="0"/>
              <a:buChar char="•"/>
            </a:pPr>
            <a:r>
              <a:rPr lang="en-US" sz="2500" dirty="0">
                <a:latin typeface="Arial" panose="020B0604020202020204" pitchFamily="34" charset="0"/>
                <a:cs typeface="Arial" panose="020B0604020202020204" pitchFamily="34" charset="0"/>
              </a:rPr>
              <a:t>to implement</a:t>
            </a:r>
            <a:r>
              <a:rPr lang="ru-RU" sz="2500"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measures for the financial rehabilitation of a credit institution, including changes in the structure of its assets</a:t>
            </a:r>
            <a:r>
              <a:rPr lang="ru-RU" sz="2500" dirty="0">
                <a:latin typeface="Arial" panose="020B0604020202020204" pitchFamily="34" charset="0"/>
                <a:cs typeface="Arial" panose="020B0604020202020204" pitchFamily="34" charset="0"/>
              </a:rPr>
              <a:t>;</a:t>
            </a:r>
            <a:endParaRPr lang="ru-RU" sz="2500" dirty="0">
              <a:solidFill>
                <a:srgbClr val="000000"/>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500" dirty="0">
                <a:latin typeface="Arial" panose="020B0604020202020204" pitchFamily="34" charset="0"/>
                <a:cs typeface="Arial" panose="020B0604020202020204" pitchFamily="34" charset="0"/>
              </a:rPr>
              <a:t>to change top management;</a:t>
            </a:r>
          </a:p>
          <a:p>
            <a:pPr marL="742950" lvl="1" indent="-285750">
              <a:buFont typeface="Arial" panose="020B0604020202020204" pitchFamily="34" charset="0"/>
              <a:buChar char="•"/>
            </a:pPr>
            <a:r>
              <a:rPr lang="en-US" sz="2500" dirty="0">
                <a:latin typeface="Arial" panose="020B0604020202020204" pitchFamily="34" charset="0"/>
                <a:cs typeface="Arial" panose="020B0604020202020204" pitchFamily="34" charset="0"/>
              </a:rPr>
              <a:t>to limit remuneration to top management</a:t>
            </a:r>
          </a:p>
          <a:p>
            <a:pPr marL="342900" indent="-342900">
              <a:buFont typeface="+mj-lt"/>
              <a:buAutoNum type="arabicPeriod"/>
            </a:pPr>
            <a:r>
              <a:rPr lang="en-US" sz="2500" dirty="0">
                <a:latin typeface="Arial" panose="020B0604020202020204" pitchFamily="34" charset="0"/>
                <a:cs typeface="Arial" panose="020B0604020202020204" pitchFamily="34" charset="0"/>
              </a:rPr>
              <a:t>Ban particular banking operations</a:t>
            </a:r>
            <a:r>
              <a:rPr lang="ru-RU" sz="2500" dirty="0">
                <a:latin typeface="Arial" panose="020B0604020202020204" pitchFamily="34" charset="0"/>
                <a:cs typeface="Arial" panose="020B0604020202020204" pitchFamily="34" charset="0"/>
              </a:rPr>
              <a:t>;</a:t>
            </a:r>
            <a:endParaRPr lang="en-US" sz="2500" dirty="0">
              <a:latin typeface="Arial" panose="020B0604020202020204" pitchFamily="34" charset="0"/>
              <a:cs typeface="Arial" panose="020B0604020202020204" pitchFamily="34" charset="0"/>
            </a:endParaRPr>
          </a:p>
          <a:p>
            <a:pPr marL="342900" indent="-342900">
              <a:buFont typeface="+mj-lt"/>
              <a:buAutoNum type="arabicPeriod"/>
            </a:pPr>
            <a:r>
              <a:rPr lang="en-US" sz="2500" dirty="0">
                <a:solidFill>
                  <a:srgbClr val="000000"/>
                </a:solidFill>
                <a:latin typeface="Arial" panose="020B0604020202020204" pitchFamily="34" charset="0"/>
                <a:cs typeface="Arial" panose="020B0604020202020204" pitchFamily="34" charset="0"/>
              </a:rPr>
              <a:t>Assign transitional administration;</a:t>
            </a:r>
            <a:endParaRPr lang="ru-RU" sz="2500" dirty="0">
              <a:solidFill>
                <a:srgbClr val="000000"/>
              </a:solidFill>
              <a:latin typeface="Arial" panose="020B0604020202020204" pitchFamily="34" charset="0"/>
              <a:cs typeface="Arial" panose="020B0604020202020204" pitchFamily="34" charset="0"/>
            </a:endParaRPr>
          </a:p>
          <a:p>
            <a:r>
              <a:rPr lang="en-US" sz="2500" dirty="0">
                <a:latin typeface="Arial" panose="020B0604020202020204" pitchFamily="34" charset="0"/>
                <a:cs typeface="Arial" panose="020B0604020202020204" pitchFamily="34" charset="0"/>
              </a:rPr>
              <a:t>5. Ban reorganization;</a:t>
            </a:r>
          </a:p>
          <a:p>
            <a:r>
              <a:rPr lang="en-US" sz="2500" dirty="0">
                <a:latin typeface="Arial" panose="020B0604020202020204" pitchFamily="34" charset="0"/>
                <a:cs typeface="Arial" panose="020B0604020202020204" pitchFamily="34" charset="0"/>
              </a:rPr>
              <a:t>6. Demand additional capitalization;</a:t>
            </a:r>
          </a:p>
          <a:p>
            <a:r>
              <a:rPr lang="en-US" sz="2500" dirty="0">
                <a:latin typeface="Arial" panose="020B0604020202020204" pitchFamily="34" charset="0"/>
                <a:cs typeface="Arial" panose="020B0604020202020204" pitchFamily="34" charset="0"/>
              </a:rPr>
              <a:t>7. Limit interest rate on attracted funds.</a:t>
            </a:r>
          </a:p>
        </p:txBody>
      </p:sp>
    </p:spTree>
    <p:extLst>
      <p:ext uri="{BB962C8B-B14F-4D97-AF65-F5344CB8AC3E}">
        <p14:creationId xmlns:p14="http://schemas.microsoft.com/office/powerpoint/2010/main" val="4258743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26</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II – risk appetite framework</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TextBox 2"/>
          <p:cNvSpPr txBox="1"/>
          <p:nvPr/>
        </p:nvSpPr>
        <p:spPr>
          <a:xfrm>
            <a:off x="381959" y="1030015"/>
            <a:ext cx="10625959" cy="5093702"/>
          </a:xfrm>
          <a:prstGeom prst="rect">
            <a:avLst/>
          </a:prstGeom>
          <a:noFill/>
        </p:spPr>
        <p:txBody>
          <a:bodyPr wrap="square" rtlCol="0">
            <a:spAutoFit/>
          </a:bodyPr>
          <a:lstStyle/>
          <a:p>
            <a:pPr marL="342900" indent="-342900">
              <a:buFont typeface="Arial" panose="020B0604020202020204" pitchFamily="34" charset="0"/>
              <a:buChar char="•"/>
            </a:pPr>
            <a:r>
              <a:rPr lang="en-US" sz="2500" dirty="0"/>
              <a:t>Bank defines Risk Appetite Framework (RAF)</a:t>
            </a:r>
            <a:r>
              <a:rPr lang="ru-RU" sz="2500" dirty="0"/>
              <a:t> </a:t>
            </a:r>
            <a:r>
              <a:rPr lang="en-US" sz="2500" dirty="0"/>
              <a:t>- set numerical thresholds on risk metrics for each significant risk;</a:t>
            </a:r>
          </a:p>
          <a:p>
            <a:pPr marL="342900" indent="-342900">
              <a:buFont typeface="Arial" panose="020B0604020202020204" pitchFamily="34" charset="0"/>
              <a:buChar char="•"/>
            </a:pPr>
            <a:endParaRPr lang="ru-RU" sz="2500" dirty="0"/>
          </a:p>
          <a:p>
            <a:pPr marL="342900" indent="-342900">
              <a:buFont typeface="Arial" panose="020B0604020202020204" pitchFamily="34" charset="0"/>
              <a:buChar char="•"/>
            </a:pPr>
            <a:r>
              <a:rPr lang="en-US" sz="2500" dirty="0"/>
              <a:t>Such thresholds should be approved by the Board of directors and acknowledged by the Local regulator;</a:t>
            </a:r>
            <a:endParaRPr lang="ru-RU" sz="2500" dirty="0"/>
          </a:p>
          <a:p>
            <a:pPr marL="342900" indent="-342900">
              <a:buFont typeface="Arial" panose="020B0604020202020204" pitchFamily="34" charset="0"/>
              <a:buChar char="•"/>
            </a:pPr>
            <a:endParaRPr lang="en-US" sz="2500" dirty="0"/>
          </a:p>
          <a:p>
            <a:pPr marL="342900" indent="-342900">
              <a:buFont typeface="Arial" panose="020B0604020202020204" pitchFamily="34" charset="0"/>
              <a:buChar char="•"/>
            </a:pPr>
            <a:r>
              <a:rPr lang="en-US" sz="2500" dirty="0"/>
              <a:t>There are 3 types of thresholds for each metric: </a:t>
            </a:r>
          </a:p>
          <a:p>
            <a:pPr marL="800100" lvl="1" indent="-342900">
              <a:buFont typeface="Wingdings" panose="05000000000000000000" pitchFamily="2" charset="2"/>
              <a:buChar char="§"/>
            </a:pPr>
            <a:r>
              <a:rPr lang="en-US" sz="2500" dirty="0"/>
              <a:t>green – ok, nothing to. </a:t>
            </a:r>
            <a:r>
              <a:rPr lang="en-US" sz="2500" b="1" dirty="0"/>
              <a:t>For instance CAR 10%</a:t>
            </a:r>
          </a:p>
          <a:p>
            <a:pPr marL="800100" lvl="1" indent="-342900">
              <a:buFont typeface="Wingdings" panose="05000000000000000000" pitchFamily="2" charset="2"/>
              <a:buChar char="§"/>
            </a:pPr>
            <a:r>
              <a:rPr lang="en-US" sz="2500" dirty="0"/>
              <a:t>yellow – if breached, the Board of directors should be informed and plan for normalization should be developed. </a:t>
            </a:r>
            <a:r>
              <a:rPr lang="en-US" sz="2500" b="1" dirty="0"/>
              <a:t>For instance CAR 9%</a:t>
            </a:r>
            <a:endParaRPr lang="en-US" sz="2500" dirty="0"/>
          </a:p>
          <a:p>
            <a:pPr marL="800100" lvl="1" indent="-342900">
              <a:buFont typeface="Wingdings" panose="05000000000000000000" pitchFamily="2" charset="2"/>
              <a:buChar char="§"/>
            </a:pPr>
            <a:r>
              <a:rPr lang="en-US" sz="2500" dirty="0"/>
              <a:t>red – if breached, the Regulator should be informed and Bank obliged to reconsider business plan and conduct immediate actions in order to normalize the situation. </a:t>
            </a:r>
            <a:r>
              <a:rPr lang="en-US" sz="2500" b="1" dirty="0"/>
              <a:t>CAR 8.5%</a:t>
            </a:r>
          </a:p>
        </p:txBody>
      </p:sp>
    </p:spTree>
    <p:extLst>
      <p:ext uri="{BB962C8B-B14F-4D97-AF65-F5344CB8AC3E}">
        <p14:creationId xmlns:p14="http://schemas.microsoft.com/office/powerpoint/2010/main" val="4005808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27</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II – Stress testing</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TextBox 2"/>
          <p:cNvSpPr txBox="1"/>
          <p:nvPr/>
        </p:nvSpPr>
        <p:spPr>
          <a:xfrm>
            <a:off x="381959" y="798786"/>
            <a:ext cx="10878207" cy="5632311"/>
          </a:xfrm>
          <a:prstGeom prst="rect">
            <a:avLst/>
          </a:prstGeom>
          <a:noFill/>
        </p:spPr>
        <p:txBody>
          <a:bodyPr wrap="square" rtlCol="0">
            <a:spAutoFit/>
          </a:bodyPr>
          <a:lstStyle/>
          <a:p>
            <a:r>
              <a:rPr lang="en-US" dirty="0"/>
              <a:t>Types of regulatory ST (RRP, ICAAP, SREP EU wide stress tests and </a:t>
            </a:r>
            <a:r>
              <a:rPr lang="en-US" dirty="0" err="1"/>
              <a:t>etc</a:t>
            </a:r>
            <a:r>
              <a:rPr lang="en-US" dirty="0"/>
              <a:t>)</a:t>
            </a:r>
          </a:p>
          <a:p>
            <a:endParaRPr lang="en-US" dirty="0"/>
          </a:p>
          <a:p>
            <a:r>
              <a:rPr lang="en-US" dirty="0"/>
              <a:t>Steps of stress testing: </a:t>
            </a:r>
          </a:p>
          <a:p>
            <a:pPr marL="342900" indent="-342900">
              <a:buFont typeface="+mj-lt"/>
              <a:buAutoNum type="arabicPeriod"/>
            </a:pPr>
            <a:r>
              <a:rPr lang="en-US" dirty="0"/>
              <a:t>Scenario:</a:t>
            </a:r>
          </a:p>
          <a:p>
            <a:pPr marL="800100" lvl="1" indent="-342900">
              <a:buFont typeface="Arial" panose="020B0604020202020204" pitchFamily="34" charset="0"/>
              <a:buChar char="•"/>
            </a:pPr>
            <a:r>
              <a:rPr lang="en-US" dirty="0"/>
              <a:t>Top-down or bottom-up;</a:t>
            </a:r>
          </a:p>
          <a:p>
            <a:pPr marL="800100" lvl="1" indent="-342900">
              <a:buFont typeface="Arial" panose="020B0604020202020204" pitchFamily="34" charset="0"/>
              <a:buChar char="•"/>
            </a:pPr>
            <a:r>
              <a:rPr lang="en-US" dirty="0"/>
              <a:t>Severity (harm, duration);</a:t>
            </a:r>
          </a:p>
          <a:p>
            <a:pPr marL="800100" lvl="1" indent="-342900">
              <a:buFont typeface="Arial" panose="020B0604020202020204" pitchFamily="34" charset="0"/>
              <a:buChar char="•"/>
            </a:pPr>
            <a:r>
              <a:rPr lang="en-US" dirty="0"/>
              <a:t>Other features of the stress</a:t>
            </a:r>
          </a:p>
          <a:p>
            <a:pPr marL="342900" indent="-342900">
              <a:buFont typeface="+mj-lt"/>
              <a:buAutoNum type="arabicPeriod"/>
            </a:pPr>
            <a:r>
              <a:rPr lang="en-US" dirty="0"/>
              <a:t>Scope:</a:t>
            </a:r>
          </a:p>
          <a:p>
            <a:pPr marL="742950" lvl="1" indent="-285750">
              <a:buFont typeface="Arial" panose="020B0604020202020204" pitchFamily="34" charset="0"/>
              <a:buChar char="•"/>
            </a:pPr>
            <a:r>
              <a:rPr lang="en-US" dirty="0"/>
              <a:t>Exposure (whole bank, business block, branch, product);</a:t>
            </a:r>
          </a:p>
          <a:p>
            <a:pPr marL="742950" lvl="1" indent="-285750">
              <a:buFont typeface="Arial" panose="020B0604020202020204" pitchFamily="34" charset="0"/>
              <a:buChar char="•"/>
            </a:pPr>
            <a:r>
              <a:rPr lang="en-US" dirty="0"/>
              <a:t>Types of risks</a:t>
            </a:r>
          </a:p>
          <a:p>
            <a:pPr marL="342900" indent="-342900">
              <a:buFont typeface="+mj-lt"/>
              <a:buAutoNum type="arabicPeriod"/>
            </a:pPr>
            <a:r>
              <a:rPr lang="en-US" dirty="0"/>
              <a:t>Modeling the impact of scenarios on risk parameters</a:t>
            </a:r>
          </a:p>
          <a:p>
            <a:pPr marL="342900" indent="-342900">
              <a:buFont typeface="+mj-lt"/>
              <a:buAutoNum type="arabicPeriod"/>
            </a:pPr>
            <a:r>
              <a:rPr lang="en-US" dirty="0"/>
              <a:t>Modeling of exposure at risk:</a:t>
            </a:r>
          </a:p>
          <a:p>
            <a:pPr marL="742950" lvl="1" indent="-285750">
              <a:buFont typeface="Arial" panose="020B0604020202020204" pitchFamily="34" charset="0"/>
              <a:buChar char="•"/>
            </a:pPr>
            <a:r>
              <a:rPr lang="en-US" dirty="0"/>
              <a:t>Dynamic balance sheet (DBS)</a:t>
            </a:r>
          </a:p>
          <a:p>
            <a:pPr marL="742950" lvl="1" indent="-285750">
              <a:buFont typeface="Arial" panose="020B0604020202020204" pitchFamily="34" charset="0"/>
              <a:buChar char="•"/>
            </a:pPr>
            <a:r>
              <a:rPr lang="en-US" dirty="0"/>
              <a:t>Static balance sheet (SBS)</a:t>
            </a:r>
          </a:p>
          <a:p>
            <a:pPr marL="342900" indent="-342900">
              <a:buFont typeface="+mj-lt"/>
              <a:buAutoNum type="arabicPeriod"/>
            </a:pPr>
            <a:r>
              <a:rPr lang="en-US" dirty="0"/>
              <a:t>Calculate stressed key performance indicators:</a:t>
            </a:r>
          </a:p>
          <a:p>
            <a:pPr marL="800100" lvl="1" indent="-342900">
              <a:buFont typeface="Arial" panose="020B0604020202020204" pitchFamily="34" charset="0"/>
              <a:buChar char="•"/>
            </a:pPr>
            <a:r>
              <a:rPr lang="en-US" dirty="0"/>
              <a:t>CAR</a:t>
            </a:r>
          </a:p>
          <a:p>
            <a:pPr marL="800100" lvl="1" indent="-342900">
              <a:buFont typeface="Arial" panose="020B0604020202020204" pitchFamily="34" charset="0"/>
              <a:buChar char="•"/>
            </a:pPr>
            <a:r>
              <a:rPr lang="en-US" dirty="0"/>
              <a:t>Liquidity</a:t>
            </a:r>
          </a:p>
          <a:p>
            <a:pPr marL="800100" lvl="1" indent="-342900">
              <a:buFont typeface="Arial" panose="020B0604020202020204" pitchFamily="34" charset="0"/>
              <a:buChar char="•"/>
            </a:pPr>
            <a:r>
              <a:rPr lang="en-US" dirty="0"/>
              <a:t>P&amp;L</a:t>
            </a:r>
          </a:p>
          <a:p>
            <a:pPr marL="342900" indent="-342900">
              <a:buFont typeface="+mj-lt"/>
              <a:buAutoNum type="arabicPeriod"/>
            </a:pPr>
            <a:r>
              <a:rPr lang="en-US" dirty="0"/>
              <a:t>Reporting and disclosure</a:t>
            </a:r>
          </a:p>
          <a:p>
            <a:pPr marL="342900" indent="-342900">
              <a:buFont typeface="+mj-lt"/>
              <a:buAutoNum type="arabicPeriod"/>
            </a:pPr>
            <a:r>
              <a:rPr lang="en-US" dirty="0"/>
              <a:t>Management actions</a:t>
            </a:r>
          </a:p>
        </p:txBody>
      </p:sp>
    </p:spTree>
    <p:extLst>
      <p:ext uri="{BB962C8B-B14F-4D97-AF65-F5344CB8AC3E}">
        <p14:creationId xmlns:p14="http://schemas.microsoft.com/office/powerpoint/2010/main" val="18793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28</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II – Corporate governance (1/3)</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6" name="Рисунок 5"/>
          <p:cNvPicPr>
            <a:picLocks noChangeAspect="1"/>
          </p:cNvPicPr>
          <p:nvPr/>
        </p:nvPicPr>
        <p:blipFill>
          <a:blip r:embed="rId2"/>
          <a:stretch>
            <a:fillRect/>
          </a:stretch>
        </p:blipFill>
        <p:spPr>
          <a:xfrm>
            <a:off x="381959" y="845753"/>
            <a:ext cx="8613015" cy="4556563"/>
          </a:xfrm>
          <a:prstGeom prst="rect">
            <a:avLst/>
          </a:prstGeom>
        </p:spPr>
      </p:pic>
      <p:sp>
        <p:nvSpPr>
          <p:cNvPr id="7" name="TextBox 6"/>
          <p:cNvSpPr txBox="1"/>
          <p:nvPr/>
        </p:nvSpPr>
        <p:spPr>
          <a:xfrm>
            <a:off x="599090" y="6356350"/>
            <a:ext cx="4593020" cy="369332"/>
          </a:xfrm>
          <a:prstGeom prst="rect">
            <a:avLst/>
          </a:prstGeom>
          <a:noFill/>
        </p:spPr>
        <p:txBody>
          <a:bodyPr wrap="square" rtlCol="0">
            <a:spAutoFit/>
          </a:bodyPr>
          <a:lstStyle/>
          <a:p>
            <a:r>
              <a:rPr lang="en-US" dirty="0"/>
              <a:t>BCBS 328</a:t>
            </a:r>
            <a:endParaRPr lang="ru-RU" dirty="0"/>
          </a:p>
        </p:txBody>
      </p:sp>
      <p:sp>
        <p:nvSpPr>
          <p:cNvPr id="8" name="TextBox 7"/>
          <p:cNvSpPr txBox="1"/>
          <p:nvPr/>
        </p:nvSpPr>
        <p:spPr>
          <a:xfrm>
            <a:off x="11195824" y="213126"/>
            <a:ext cx="849030" cy="477054"/>
          </a:xfrm>
          <a:prstGeom prst="rect">
            <a:avLst/>
          </a:prstGeom>
          <a:noFill/>
          <a:ln>
            <a:solidFill>
              <a:srgbClr val="FF0000"/>
            </a:solidFill>
          </a:ln>
        </p:spPr>
        <p:txBody>
          <a:bodyPr wrap="square" rtlCol="0">
            <a:spAutoFit/>
          </a:bodyPr>
          <a:lstStyle/>
          <a:p>
            <a:pPr algn="ctr"/>
            <a:r>
              <a:rPr lang="en-US" sz="2500" b="1" dirty="0">
                <a:solidFill>
                  <a:srgbClr val="FF0000"/>
                </a:solidFill>
              </a:rPr>
              <a:t>IE1.5</a:t>
            </a:r>
            <a:endParaRPr lang="ru-RU" sz="2500" b="1" dirty="0">
              <a:solidFill>
                <a:srgbClr val="FF0000"/>
              </a:solidFill>
            </a:endParaRPr>
          </a:p>
        </p:txBody>
      </p:sp>
    </p:spTree>
    <p:extLst>
      <p:ext uri="{BB962C8B-B14F-4D97-AF65-F5344CB8AC3E}">
        <p14:creationId xmlns:p14="http://schemas.microsoft.com/office/powerpoint/2010/main" val="870286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29</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II – Corporate governance (2/3)</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Прямоугольник 2"/>
          <p:cNvSpPr/>
          <p:nvPr/>
        </p:nvSpPr>
        <p:spPr>
          <a:xfrm>
            <a:off x="381958" y="882556"/>
            <a:ext cx="11810042" cy="5632311"/>
          </a:xfrm>
          <a:prstGeom prst="rect">
            <a:avLst/>
          </a:prstGeom>
        </p:spPr>
        <p:txBody>
          <a:bodyPr wrap="square">
            <a:spAutoFit/>
          </a:bodyPr>
          <a:lstStyle/>
          <a:p>
            <a:r>
              <a:rPr lang="en-US" b="1" dirty="0"/>
              <a:t>Principle 1: Board’s overall responsibilities </a:t>
            </a:r>
          </a:p>
          <a:p>
            <a:r>
              <a:rPr lang="en-US" dirty="0"/>
              <a:t>The board has overall responsibility for the bank, including approving and overseeing management’s implementation of the bank’s strategic objectives, governance framework and corporate culture.</a:t>
            </a:r>
          </a:p>
          <a:p>
            <a:r>
              <a:rPr lang="en-US" b="1" dirty="0"/>
              <a:t>Principle 2: Board qualifications and composition</a:t>
            </a:r>
            <a:r>
              <a:rPr lang="en-US" dirty="0"/>
              <a:t> </a:t>
            </a:r>
          </a:p>
          <a:p>
            <a:r>
              <a:rPr lang="en-US" dirty="0"/>
              <a:t>Board members should be and remain qualified, individually and collectively, for their positions. They should understand their oversight and corporate governance role and be able to exercise sound, objective judgment about the affairs of the bank.</a:t>
            </a:r>
          </a:p>
          <a:p>
            <a:r>
              <a:rPr lang="en-US" b="1" dirty="0"/>
              <a:t>Principle 3: Board’s own structure and practices </a:t>
            </a:r>
          </a:p>
          <a:p>
            <a:r>
              <a:rPr lang="en-US" dirty="0"/>
              <a:t>The board should define appropriate governance structures and practices for its own work, and put in place the means for such practices to be followed and periodically reviewed for ongoing effectiveness.</a:t>
            </a:r>
          </a:p>
          <a:p>
            <a:r>
              <a:rPr lang="en-US" b="1" dirty="0"/>
              <a:t>Principle 4: Senior management </a:t>
            </a:r>
          </a:p>
          <a:p>
            <a:r>
              <a:rPr lang="en-US" dirty="0"/>
              <a:t>Under the direction and oversight of the board, senior management should carry out and manage the bank’s activities in a manner consistent with the business strategy, risk appetite, remuneration and other policies approved by the board.</a:t>
            </a:r>
          </a:p>
          <a:p>
            <a:r>
              <a:rPr lang="en-US" b="1" dirty="0"/>
              <a:t>Principle 5: Governance of group structures </a:t>
            </a:r>
          </a:p>
          <a:p>
            <a:r>
              <a:rPr lang="en-US" dirty="0"/>
              <a:t>In a group structure, the board of the parent company has the overall responsibility for the group and for ensuring the establishment and operation of a clear governance framework appropriate to the structure, business and risks of the group and its entities.</a:t>
            </a:r>
          </a:p>
          <a:p>
            <a:r>
              <a:rPr lang="en-US" b="1" dirty="0"/>
              <a:t>Principle 6: Risk management function </a:t>
            </a:r>
          </a:p>
          <a:p>
            <a:r>
              <a:rPr lang="en-US" dirty="0"/>
              <a:t>Banks should have an effective independent risk management function, under the direction of a chief risk officer (CRO), with sufficient stature, independence, resources and access to the board.</a:t>
            </a:r>
            <a:endParaRPr lang="ru-RU" dirty="0"/>
          </a:p>
        </p:txBody>
      </p:sp>
      <p:sp>
        <p:nvSpPr>
          <p:cNvPr id="5" name="TextBox 4"/>
          <p:cNvSpPr txBox="1"/>
          <p:nvPr/>
        </p:nvSpPr>
        <p:spPr>
          <a:xfrm>
            <a:off x="11195824" y="213126"/>
            <a:ext cx="849030" cy="477054"/>
          </a:xfrm>
          <a:prstGeom prst="rect">
            <a:avLst/>
          </a:prstGeom>
          <a:noFill/>
          <a:ln>
            <a:solidFill>
              <a:srgbClr val="FF0000"/>
            </a:solidFill>
          </a:ln>
        </p:spPr>
        <p:txBody>
          <a:bodyPr wrap="square" rtlCol="0">
            <a:spAutoFit/>
          </a:bodyPr>
          <a:lstStyle/>
          <a:p>
            <a:pPr algn="ctr"/>
            <a:r>
              <a:rPr lang="en-US" sz="2500" b="1" dirty="0">
                <a:solidFill>
                  <a:srgbClr val="FF0000"/>
                </a:solidFill>
              </a:rPr>
              <a:t>IE1.5</a:t>
            </a:r>
            <a:endParaRPr lang="ru-RU" sz="2500" b="1" dirty="0">
              <a:solidFill>
                <a:srgbClr val="FF0000"/>
              </a:solidFill>
            </a:endParaRPr>
          </a:p>
        </p:txBody>
      </p:sp>
    </p:spTree>
    <p:extLst>
      <p:ext uri="{BB962C8B-B14F-4D97-AF65-F5344CB8AC3E}">
        <p14:creationId xmlns:p14="http://schemas.microsoft.com/office/powerpoint/2010/main" val="2693067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30</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II – Corporate governance (3/3)</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Прямоугольник 2"/>
          <p:cNvSpPr/>
          <p:nvPr/>
        </p:nvSpPr>
        <p:spPr>
          <a:xfrm>
            <a:off x="381958" y="882556"/>
            <a:ext cx="11599835" cy="5355312"/>
          </a:xfrm>
          <a:prstGeom prst="rect">
            <a:avLst/>
          </a:prstGeom>
        </p:spPr>
        <p:txBody>
          <a:bodyPr wrap="square">
            <a:spAutoFit/>
          </a:bodyPr>
          <a:lstStyle/>
          <a:p>
            <a:r>
              <a:rPr lang="en-US" b="1" dirty="0"/>
              <a:t>Principle 7: Risk identification, monitoring and controlling </a:t>
            </a:r>
          </a:p>
          <a:p>
            <a:r>
              <a:rPr lang="en-US" dirty="0"/>
              <a:t>Risks should be identified, monitored and controlled on an ongoing bank-wide and individual entity basis. The sophistication of the bank’s risk management and internal control infrastructure should keep pace with changes to the bank’s risk profile, to the external risk landscape and industry practice.</a:t>
            </a:r>
          </a:p>
          <a:p>
            <a:r>
              <a:rPr lang="en-US" b="1" dirty="0"/>
              <a:t>Principle 8: Risk communication</a:t>
            </a:r>
            <a:r>
              <a:rPr lang="en-US" dirty="0"/>
              <a:t> </a:t>
            </a:r>
          </a:p>
          <a:p>
            <a:r>
              <a:rPr lang="en-US" dirty="0"/>
              <a:t>An effective risk governance framework requires robust communication within the bank about risk, both across the </a:t>
            </a:r>
            <a:r>
              <a:rPr lang="en-US" dirty="0" err="1"/>
              <a:t>organisation</a:t>
            </a:r>
            <a:r>
              <a:rPr lang="en-US" dirty="0"/>
              <a:t> and through reporting to the board and senior management.</a:t>
            </a:r>
          </a:p>
          <a:p>
            <a:r>
              <a:rPr lang="en-US" b="1" dirty="0"/>
              <a:t>Principle 9: Compliance </a:t>
            </a:r>
          </a:p>
          <a:p>
            <a:r>
              <a:rPr lang="en-US" dirty="0"/>
              <a:t>The bank’s board of directors is responsible for overseeing the management of the bank’s compliance risk. The board should establish a compliance function and approve the bank’s policies and processes for identifying, assessing, monitoring and reporting and advising on compliance risk.</a:t>
            </a:r>
          </a:p>
          <a:p>
            <a:r>
              <a:rPr lang="en-US" b="1" dirty="0"/>
              <a:t>Principle 10: Internal audit </a:t>
            </a:r>
          </a:p>
          <a:p>
            <a:r>
              <a:rPr lang="en-US" dirty="0"/>
              <a:t>The internal audit function should provide independent assurance to the board and should support board and senior management in promoting an effective governance process and the long-term soundness of the bank. </a:t>
            </a:r>
          </a:p>
          <a:p>
            <a:r>
              <a:rPr lang="en-US" b="1" dirty="0"/>
              <a:t>Principle 11: Compensation </a:t>
            </a:r>
          </a:p>
          <a:p>
            <a:r>
              <a:rPr lang="en-US" dirty="0"/>
              <a:t>The bank’s remuneration structure should support sound corporate governance and risk management.</a:t>
            </a:r>
          </a:p>
          <a:p>
            <a:r>
              <a:rPr lang="en-US" b="1" dirty="0"/>
              <a:t>Principle 12: Disclosure and transparency </a:t>
            </a:r>
          </a:p>
          <a:p>
            <a:r>
              <a:rPr lang="en-US" dirty="0"/>
              <a:t>The governance of the bank should be adequately transparent to its shareholders, depositors, other relevant stakeholders and market participants</a:t>
            </a:r>
          </a:p>
        </p:txBody>
      </p:sp>
      <p:sp>
        <p:nvSpPr>
          <p:cNvPr id="5" name="TextBox 4"/>
          <p:cNvSpPr txBox="1"/>
          <p:nvPr/>
        </p:nvSpPr>
        <p:spPr>
          <a:xfrm>
            <a:off x="11195824" y="213126"/>
            <a:ext cx="849030" cy="477054"/>
          </a:xfrm>
          <a:prstGeom prst="rect">
            <a:avLst/>
          </a:prstGeom>
          <a:noFill/>
          <a:ln>
            <a:solidFill>
              <a:srgbClr val="FF0000"/>
            </a:solidFill>
          </a:ln>
        </p:spPr>
        <p:txBody>
          <a:bodyPr wrap="square" rtlCol="0">
            <a:spAutoFit/>
          </a:bodyPr>
          <a:lstStyle/>
          <a:p>
            <a:pPr algn="ctr"/>
            <a:r>
              <a:rPr lang="en-US" sz="2500" b="1" dirty="0">
                <a:solidFill>
                  <a:srgbClr val="FF0000"/>
                </a:solidFill>
              </a:rPr>
              <a:t>IE1.5</a:t>
            </a:r>
            <a:endParaRPr lang="ru-RU" sz="2500" b="1" dirty="0">
              <a:solidFill>
                <a:srgbClr val="FF0000"/>
              </a:solidFill>
            </a:endParaRPr>
          </a:p>
        </p:txBody>
      </p:sp>
    </p:spTree>
    <p:extLst>
      <p:ext uri="{BB962C8B-B14F-4D97-AF65-F5344CB8AC3E}">
        <p14:creationId xmlns:p14="http://schemas.microsoft.com/office/powerpoint/2010/main" val="2816016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31</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Basel Pillar III - Disclosure</a:t>
            </a:r>
            <a:endParaRPr lang="ru-RU" altLang="zh-CN" sz="2500" kern="0" dirty="0">
              <a:solidFill>
                <a:srgbClr val="5B9BD5">
                  <a:lumMod val="50000"/>
                </a:srgbClr>
              </a:solidFill>
              <a:latin typeface="SB Sans Display" panose="020B0503040504020204" pitchFamily="34" charset="0"/>
              <a:ea typeface="等线" panose="02010600030101010101" pitchFamily="2" charset="-122"/>
              <a:cs typeface="SB Sans Display" panose="020B0503040504020204" pitchFamily="34" charset="0"/>
            </a:endParaRPr>
          </a:p>
        </p:txBody>
      </p:sp>
      <p:pic>
        <p:nvPicPr>
          <p:cNvPr id="3" name="Рисунок 2"/>
          <p:cNvPicPr>
            <a:picLocks noChangeAspect="1"/>
          </p:cNvPicPr>
          <p:nvPr/>
        </p:nvPicPr>
        <p:blipFill>
          <a:blip r:embed="rId2"/>
          <a:stretch>
            <a:fillRect/>
          </a:stretch>
        </p:blipFill>
        <p:spPr>
          <a:xfrm>
            <a:off x="381959" y="690180"/>
            <a:ext cx="11484556" cy="4449379"/>
          </a:xfrm>
          <a:prstGeom prst="rect">
            <a:avLst/>
          </a:prstGeom>
        </p:spPr>
      </p:pic>
    </p:spTree>
    <p:extLst>
      <p:ext uri="{BB962C8B-B14F-4D97-AF65-F5344CB8AC3E}">
        <p14:creationId xmlns:p14="http://schemas.microsoft.com/office/powerpoint/2010/main" val="4157042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48F63A3B-78C7-47BE-AE5E-E10140E04643}" type="slidenum">
              <a:rPr lang="en-US" smtClean="0"/>
              <a:t>32</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Reserve requirements</a:t>
            </a:r>
            <a:endPar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3" name="TextBox 2"/>
          <p:cNvSpPr txBox="1"/>
          <p:nvPr/>
        </p:nvSpPr>
        <p:spPr>
          <a:xfrm>
            <a:off x="7609490" y="949912"/>
            <a:ext cx="4473653"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Banks obliged to freeze a percentage of deposits as reserves in a Central bank account = &gt; </a:t>
            </a:r>
            <a:r>
              <a:rPr lang="en-US" sz="2000" dirty="0" err="1"/>
              <a:t>Dr</a:t>
            </a:r>
            <a:r>
              <a:rPr lang="en-US" sz="2000" dirty="0"/>
              <a:t> Balance with central bank | Cr Cash</a:t>
            </a:r>
          </a:p>
          <a:p>
            <a:endParaRPr lang="en-US" sz="2000" dirty="0"/>
          </a:p>
          <a:p>
            <a:pPr marL="285750" indent="-285750">
              <a:buFont typeface="Arial" panose="020B0604020202020204" pitchFamily="34" charset="0"/>
              <a:buChar char="•"/>
            </a:pPr>
            <a:r>
              <a:rPr lang="en-US" sz="2000" dirty="0"/>
              <a:t>Balance with central bank = deposit * coefficient based on the type of deposit</a:t>
            </a:r>
            <a:r>
              <a:rPr lang="en-US" sz="2000" dirty="0">
                <a:solidFill>
                  <a:schemeClr val="bg1">
                    <a:lumMod val="50000"/>
                  </a:schemeClr>
                </a:solidFill>
              </a:rPr>
              <a:t>*</a:t>
            </a:r>
          </a:p>
          <a:p>
            <a:pPr marL="285750" indent="-285750">
              <a:buFont typeface="Arial" panose="020B0604020202020204" pitchFamily="34" charset="0"/>
              <a:buChar char="•"/>
            </a:pPr>
            <a:endParaRPr lang="en-US" sz="2000" dirty="0">
              <a:solidFill>
                <a:schemeClr val="bg1">
                  <a:lumMod val="50000"/>
                </a:schemeClr>
              </a:solidFill>
            </a:endParaRPr>
          </a:p>
          <a:p>
            <a:pPr marL="285750" indent="-285750">
              <a:buFont typeface="Arial" panose="020B0604020202020204" pitchFamily="34" charset="0"/>
              <a:buChar char="•"/>
            </a:pPr>
            <a:r>
              <a:rPr lang="en-US" sz="2000" dirty="0"/>
              <a:t>So, to grant a 100 rub loan, a bank needs to attract a 104.</a:t>
            </a:r>
            <a:r>
              <a:rPr lang="ru-RU" sz="2000" dirty="0"/>
              <a:t>2</a:t>
            </a:r>
            <a:r>
              <a:rPr lang="en-US" sz="2000" dirty="0"/>
              <a:t> (=100/0.96) rub deposit</a:t>
            </a:r>
          </a:p>
        </p:txBody>
      </p:sp>
      <p:pic>
        <p:nvPicPr>
          <p:cNvPr id="5" name="Рисунок 4"/>
          <p:cNvPicPr>
            <a:picLocks noChangeAspect="1"/>
          </p:cNvPicPr>
          <p:nvPr/>
        </p:nvPicPr>
        <p:blipFill>
          <a:blip r:embed="rId2"/>
          <a:stretch>
            <a:fillRect/>
          </a:stretch>
        </p:blipFill>
        <p:spPr>
          <a:xfrm>
            <a:off x="381959" y="763753"/>
            <a:ext cx="7152095" cy="5374288"/>
          </a:xfrm>
          <a:prstGeom prst="rect">
            <a:avLst/>
          </a:prstGeom>
        </p:spPr>
      </p:pic>
      <p:sp>
        <p:nvSpPr>
          <p:cNvPr id="9" name="TextBox 8"/>
          <p:cNvSpPr txBox="1"/>
          <p:nvPr/>
        </p:nvSpPr>
        <p:spPr>
          <a:xfrm>
            <a:off x="381959" y="6475254"/>
            <a:ext cx="6301870" cy="246221"/>
          </a:xfrm>
          <a:prstGeom prst="rect">
            <a:avLst/>
          </a:prstGeom>
          <a:noFill/>
        </p:spPr>
        <p:txBody>
          <a:bodyPr wrap="square" rtlCol="0">
            <a:spAutoFit/>
          </a:bodyPr>
          <a:lstStyle/>
          <a:p>
            <a:r>
              <a:rPr lang="en-US" sz="1000" dirty="0">
                <a:solidFill>
                  <a:schemeClr val="bg1">
                    <a:lumMod val="50000"/>
                  </a:schemeClr>
                </a:solidFill>
              </a:rPr>
              <a:t>*4% for deposits in rubles, 8% for deposits in FX</a:t>
            </a:r>
            <a:endParaRPr lang="ru-RU" sz="1000" dirty="0">
              <a:solidFill>
                <a:schemeClr val="bg1">
                  <a:lumMod val="50000"/>
                </a:schemeClr>
              </a:solidFill>
            </a:endParaRPr>
          </a:p>
        </p:txBody>
      </p:sp>
    </p:spTree>
    <p:extLst>
      <p:ext uri="{BB962C8B-B14F-4D97-AF65-F5344CB8AC3E}">
        <p14:creationId xmlns:p14="http://schemas.microsoft.com/office/powerpoint/2010/main" val="1151731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Объект 8" hidden="1"/>
          <p:cNvGraphicFramePr>
            <a:graphicFrameLocks noChangeAspect="1"/>
          </p:cNvGraphicFramePr>
          <p:nvPr>
            <p:custDataLst>
              <p:tags r:id="rId1"/>
            </p:custDataLst>
            <p:extLst>
              <p:ext uri="{D42A27DB-BD31-4B8C-83A1-F6EECF244321}">
                <p14:modId xmlns:p14="http://schemas.microsoft.com/office/powerpoint/2010/main" val="3326769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3" imgW="395" imgH="396" progId="TCLayout.ActiveDocument.1">
                  <p:embed/>
                </p:oleObj>
              </mc:Choice>
              <mc:Fallback>
                <p:oleObj name="Слайд think-cell" r:id="rId3" imgW="395" imgH="396" progId="TCLayout.ActiveDocument.1">
                  <p:embed/>
                  <p:pic>
                    <p:nvPicPr>
                      <p:cNvPr id="9" name="Объект 8"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Номер слайда 1"/>
          <p:cNvSpPr>
            <a:spLocks noGrp="1"/>
          </p:cNvSpPr>
          <p:nvPr>
            <p:ph type="sldNum" sz="quarter" idx="12"/>
          </p:nvPr>
        </p:nvSpPr>
        <p:spPr/>
        <p:txBody>
          <a:bodyPr/>
          <a:lstStyle/>
          <a:p>
            <a:fld id="{48F63A3B-78C7-47BE-AE5E-E10140E04643}" type="slidenum">
              <a:rPr lang="en-US" smtClean="0"/>
              <a:t>33</a:t>
            </a:fld>
            <a:endParaRPr lang="en-US" dirty="0"/>
          </a:p>
        </p:txBody>
      </p:sp>
      <p:sp>
        <p:nvSpPr>
          <p:cNvPr id="4" name="TextBox 3">
            <a:extLst>
              <a:ext uri="{FF2B5EF4-FFF2-40B4-BE49-F238E27FC236}">
                <a16:creationId xmlns:a16="http://schemas.microsoft.com/office/drawing/2014/main" id="{81BD1123-3626-1C45-BF5B-1C1864FA8AFA}"/>
              </a:ext>
            </a:extLst>
          </p:cNvPr>
          <p:cNvSpPr txBox="1"/>
          <p:nvPr/>
        </p:nvSpPr>
        <p:spPr>
          <a:xfrm>
            <a:off x="381959" y="213126"/>
            <a:ext cx="9777440" cy="477054"/>
          </a:xfrm>
          <a:prstGeom prst="rect">
            <a:avLst/>
          </a:prstGeom>
          <a:noFill/>
        </p:spPr>
        <p:txBody>
          <a:bodyPr wrap="square" rtlCol="0">
            <a:spAutoFit/>
          </a:bodyPr>
          <a:lstStyle/>
          <a:p>
            <a:pPr defTabSz="1217692">
              <a:defRPr/>
            </a:pPr>
            <a:r>
              <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Deposit insurance</a:t>
            </a:r>
          </a:p>
        </p:txBody>
      </p:sp>
      <p:sp>
        <p:nvSpPr>
          <p:cNvPr id="3" name="TextBox 2"/>
          <p:cNvSpPr txBox="1"/>
          <p:nvPr/>
        </p:nvSpPr>
        <p:spPr>
          <a:xfrm>
            <a:off x="8178874" y="949912"/>
            <a:ext cx="3904269"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t>Banks obliged to pay for deposit insurance = &gt; </a:t>
            </a:r>
            <a:r>
              <a:rPr lang="en-US" sz="2000" dirty="0" err="1"/>
              <a:t>Dr</a:t>
            </a:r>
            <a:r>
              <a:rPr lang="en-US" sz="2000" dirty="0"/>
              <a:t> Charge of insurance premium (Loss) | Cr Cash</a:t>
            </a:r>
          </a:p>
          <a:p>
            <a:endParaRPr lang="en-US" sz="2000" dirty="0"/>
          </a:p>
          <a:p>
            <a:pPr marL="285750" indent="-285750">
              <a:buFont typeface="Arial" panose="020B0604020202020204" pitchFamily="34" charset="0"/>
              <a:buChar char="•"/>
            </a:pPr>
            <a:r>
              <a:rPr lang="en-US" sz="2000" dirty="0"/>
              <a:t>Quarterly charge of insurance premium = simple average of deposits (retail and corporate) * </a:t>
            </a:r>
            <a:r>
              <a:rPr lang="ru-RU" sz="2000" dirty="0"/>
              <a:t>0.12%</a:t>
            </a:r>
            <a:endParaRPr lang="en-US" sz="2000" dirty="0">
              <a:solidFill>
                <a:schemeClr val="bg1">
                  <a:lumMod val="50000"/>
                </a:schemeClr>
              </a:solidFill>
            </a:endParaRPr>
          </a:p>
          <a:p>
            <a:endParaRPr lang="en-US" sz="2000" dirty="0"/>
          </a:p>
          <a:p>
            <a:pPr marL="285750" indent="-285750">
              <a:buFont typeface="Arial" panose="020B0604020202020204" pitchFamily="34" charset="0"/>
              <a:buChar char="•"/>
            </a:pPr>
            <a:r>
              <a:rPr lang="en-US" sz="2000" dirty="0"/>
              <a:t>Coverage level in Russia for retail</a:t>
            </a:r>
            <a:r>
              <a:rPr lang="ru-RU" sz="2000" dirty="0"/>
              <a:t> </a:t>
            </a:r>
            <a:r>
              <a:rPr lang="en-US" sz="2000" dirty="0"/>
              <a:t>and corporate =&gt; 1.4 </a:t>
            </a:r>
            <a:r>
              <a:rPr lang="en-US" sz="2000" dirty="0" err="1"/>
              <a:t>mln.rub</a:t>
            </a:r>
            <a:r>
              <a:rPr lang="en-US" sz="2000" dirty="0"/>
              <a:t>. In particular cases may be increased up to 10 </a:t>
            </a:r>
            <a:r>
              <a:rPr lang="en-US" sz="2000" dirty="0" err="1"/>
              <a:t>mln.rub</a:t>
            </a:r>
            <a:r>
              <a:rPr lang="en-US" sz="2000" dirty="0"/>
              <a:t>.</a:t>
            </a:r>
          </a:p>
          <a:p>
            <a:endParaRPr lang="en-US" sz="2000" dirty="0"/>
          </a:p>
        </p:txBody>
      </p:sp>
      <p:pic>
        <p:nvPicPr>
          <p:cNvPr id="7" name="Рисунок 6"/>
          <p:cNvPicPr>
            <a:picLocks noChangeAspect="1"/>
          </p:cNvPicPr>
          <p:nvPr/>
        </p:nvPicPr>
        <p:blipFill>
          <a:blip r:embed="rId5"/>
          <a:stretch>
            <a:fillRect/>
          </a:stretch>
        </p:blipFill>
        <p:spPr>
          <a:xfrm>
            <a:off x="381959" y="949912"/>
            <a:ext cx="7796915" cy="3578546"/>
          </a:xfrm>
          <a:prstGeom prst="rect">
            <a:avLst/>
          </a:prstGeom>
        </p:spPr>
      </p:pic>
      <p:sp>
        <p:nvSpPr>
          <p:cNvPr id="8" name="TextBox 7"/>
          <p:cNvSpPr txBox="1"/>
          <p:nvPr/>
        </p:nvSpPr>
        <p:spPr>
          <a:xfrm>
            <a:off x="381959" y="6475254"/>
            <a:ext cx="6301870" cy="246221"/>
          </a:xfrm>
          <a:prstGeom prst="rect">
            <a:avLst/>
          </a:prstGeom>
          <a:noFill/>
        </p:spPr>
        <p:txBody>
          <a:bodyPr wrap="square" rtlCol="0">
            <a:spAutoFit/>
          </a:bodyPr>
          <a:lstStyle/>
          <a:p>
            <a:r>
              <a:rPr lang="en-US" sz="1000" dirty="0">
                <a:solidFill>
                  <a:schemeClr val="bg1">
                    <a:lumMod val="50000"/>
                  </a:schemeClr>
                </a:solidFill>
              </a:rPr>
              <a:t>*Actual on 03.08.2022 for all types of deposits</a:t>
            </a:r>
            <a:endParaRPr lang="ru-RU" sz="1000" dirty="0">
              <a:solidFill>
                <a:schemeClr val="bg1">
                  <a:lumMod val="50000"/>
                </a:schemeClr>
              </a:solidFill>
            </a:endParaRPr>
          </a:p>
        </p:txBody>
      </p:sp>
      <p:pic>
        <p:nvPicPr>
          <p:cNvPr id="6" name="Рисунок 5"/>
          <p:cNvPicPr>
            <a:picLocks noChangeAspect="1"/>
          </p:cNvPicPr>
          <p:nvPr/>
        </p:nvPicPr>
        <p:blipFill>
          <a:blip r:embed="rId6"/>
          <a:stretch>
            <a:fillRect/>
          </a:stretch>
        </p:blipFill>
        <p:spPr>
          <a:xfrm>
            <a:off x="6991350" y="3492256"/>
            <a:ext cx="1104900" cy="895350"/>
          </a:xfrm>
          <a:prstGeom prst="rect">
            <a:avLst/>
          </a:prstGeom>
        </p:spPr>
      </p:pic>
      <p:sp>
        <p:nvSpPr>
          <p:cNvPr id="5" name="TextBox 4"/>
          <p:cNvSpPr txBox="1"/>
          <p:nvPr/>
        </p:nvSpPr>
        <p:spPr>
          <a:xfrm>
            <a:off x="6922697" y="3353692"/>
            <a:ext cx="1338801"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State insurance agency</a:t>
            </a:r>
            <a:endParaRPr lang="ru-R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1930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46DE82-3EFB-0C3A-9F94-4F31B14956A8}"/>
              </a:ext>
            </a:extLst>
          </p:cNvPr>
          <p:cNvSpPr>
            <a:spLocks noGrp="1"/>
          </p:cNvSpPr>
          <p:nvPr>
            <p:ph type="sldNum" sz="quarter" idx="12"/>
          </p:nvPr>
        </p:nvSpPr>
        <p:spPr/>
        <p:txBody>
          <a:bodyPr/>
          <a:lstStyle/>
          <a:p>
            <a:fld id="{48F63A3B-78C7-47BE-AE5E-E10140E04643}" type="slidenum">
              <a:rPr lang="en-US" smtClean="0"/>
              <a:t>34</a:t>
            </a:fld>
            <a:endParaRPr lang="en-US" dirty="0"/>
          </a:p>
        </p:txBody>
      </p:sp>
      <p:sp>
        <p:nvSpPr>
          <p:cNvPr id="3" name="TextBox 2">
            <a:extLst>
              <a:ext uri="{FF2B5EF4-FFF2-40B4-BE49-F238E27FC236}">
                <a16:creationId xmlns:a16="http://schemas.microsoft.com/office/drawing/2014/main" id="{FA466E32-3063-BF77-7E68-6B2D86CEFC52}"/>
              </a:ext>
            </a:extLst>
          </p:cNvPr>
          <p:cNvSpPr txBox="1"/>
          <p:nvPr/>
        </p:nvSpPr>
        <p:spPr>
          <a:xfrm>
            <a:off x="381959" y="213126"/>
            <a:ext cx="9777440" cy="477054"/>
          </a:xfrm>
          <a:prstGeom prst="rect">
            <a:avLst/>
          </a:prstGeom>
          <a:solidFill>
            <a:schemeClr val="accent4">
              <a:lumMod val="20000"/>
              <a:lumOff val="80000"/>
            </a:schemeClr>
          </a:solidFill>
        </p:spPr>
        <p:txBody>
          <a:bodyPr wrap="square" rtlCol="0">
            <a:spAutoFit/>
          </a:bodyPr>
          <a:lstStyle/>
          <a:p>
            <a:pPr defTabSz="1217692">
              <a:defRPr/>
            </a:pPr>
            <a:r>
              <a:rPr lang="en-US"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rPr>
              <a:t>Moral Hazard</a:t>
            </a:r>
            <a:endParaRPr lang="en-US" altLang="zh-CN" sz="2500" b="1" kern="0" dirty="0">
              <a:solidFill>
                <a:srgbClr val="1F4E79"/>
              </a:solidFill>
              <a:latin typeface="SB Sans Display" panose="020B0503040504020204" pitchFamily="34" charset="0"/>
              <a:ea typeface="等线" panose="02010600030101010101" pitchFamily="2" charset="-122"/>
              <a:cs typeface="SB Sans Display" panose="020B0503040504020204" pitchFamily="34" charset="0"/>
            </a:endParaRPr>
          </a:p>
        </p:txBody>
      </p:sp>
      <p:sp>
        <p:nvSpPr>
          <p:cNvPr id="5" name="TextBox 4">
            <a:extLst>
              <a:ext uri="{FF2B5EF4-FFF2-40B4-BE49-F238E27FC236}">
                <a16:creationId xmlns:a16="http://schemas.microsoft.com/office/drawing/2014/main" id="{19C65322-C578-69FA-F36D-633B6B4A24A1}"/>
              </a:ext>
            </a:extLst>
          </p:cNvPr>
          <p:cNvSpPr txBox="1"/>
          <p:nvPr/>
        </p:nvSpPr>
        <p:spPr>
          <a:xfrm>
            <a:off x="395287" y="783253"/>
            <a:ext cx="11401425" cy="5909310"/>
          </a:xfrm>
          <a:prstGeom prst="rect">
            <a:avLst/>
          </a:prstGeom>
          <a:solidFill>
            <a:schemeClr val="accent4">
              <a:lumMod val="20000"/>
              <a:lumOff val="80000"/>
            </a:schemeClr>
          </a:solidFill>
        </p:spPr>
        <p:txBody>
          <a:bodyPr wrap="square">
            <a:spAutoFit/>
          </a:bodyPr>
          <a:lstStyle/>
          <a:p>
            <a:pPr algn="l"/>
            <a:r>
              <a:rPr lang="en-US" b="1" i="0" dirty="0">
                <a:solidFill>
                  <a:srgbClr val="374151"/>
                </a:solidFill>
                <a:effectLst/>
                <a:latin typeface="Söhne"/>
              </a:rPr>
              <a:t>Moral hazard is a term used in economics and finance to describe a situation where one party is willing to take more risk because they know that the negative consequences of that risk will be borne, at least partially, by another party.</a:t>
            </a:r>
          </a:p>
          <a:p>
            <a:pPr algn="l"/>
            <a:endParaRPr lang="en-US" b="0" i="0" dirty="0">
              <a:solidFill>
                <a:srgbClr val="374151"/>
              </a:solidFill>
              <a:effectLst/>
              <a:latin typeface="Söhne"/>
            </a:endParaRPr>
          </a:p>
          <a:p>
            <a:pPr algn="l"/>
            <a:r>
              <a:rPr lang="en-US" b="0" i="0" dirty="0">
                <a:solidFill>
                  <a:srgbClr val="374151"/>
                </a:solidFill>
                <a:effectLst/>
                <a:latin typeface="Söhne"/>
              </a:rPr>
              <a:t>In the context of banking, moral hazard can occur in various ways. Here are a couple of examples:</a:t>
            </a:r>
          </a:p>
          <a:p>
            <a:pPr algn="l">
              <a:buFont typeface="+mj-lt"/>
              <a:buAutoNum type="arabicPeriod"/>
            </a:pPr>
            <a:r>
              <a:rPr lang="en-US" b="0" i="0" dirty="0">
                <a:solidFill>
                  <a:srgbClr val="374151"/>
                </a:solidFill>
                <a:effectLst/>
                <a:latin typeface="Söhne"/>
              </a:rPr>
              <a:t>Bank Bailouts: If banks believe they are 'too big to fail' and expect government bailouts in case of financial trouble, they might be encouraged to engage in riskier behavior than they would if they had to bear all the consequences of their actions. This is because they know that if their bets pay off, they reap the benefits, but if they don't, the taxpayers will shoulder the cost. This was a key issue during the 2007-2008 global financial crisis.</a:t>
            </a:r>
          </a:p>
          <a:p>
            <a:pPr algn="l">
              <a:buFont typeface="+mj-lt"/>
              <a:buAutoNum type="arabicPeriod"/>
            </a:pPr>
            <a:r>
              <a:rPr lang="en-US" b="0" i="0" dirty="0">
                <a:solidFill>
                  <a:srgbClr val="374151"/>
                </a:solidFill>
                <a:effectLst/>
                <a:latin typeface="Söhne"/>
              </a:rPr>
              <a:t>Loan Guarantees: Moral hazard can also occur when loans are guaranteed, for example, by a government agency. In this case, lenders might be willing to make riskier loans than they would otherwise. If the borrower defaults, the guaranteeing agency (and ultimately the taxpayer) would bear the cost, not the lender. This might lead to a lack of proper diligence on the part of the lender when evaluating the creditworthiness of the borrower.</a:t>
            </a:r>
          </a:p>
          <a:p>
            <a:pPr algn="l">
              <a:buFont typeface="+mj-lt"/>
              <a:buAutoNum type="arabicPeriod"/>
            </a:pPr>
            <a:r>
              <a:rPr lang="en-US" b="0" i="0" dirty="0">
                <a:solidFill>
                  <a:srgbClr val="374151"/>
                </a:solidFill>
                <a:effectLst/>
                <a:latin typeface="Söhne"/>
              </a:rPr>
              <a:t>Deposit Insurance: Similarly, deposit insurance schemes can create a moral hazard issue. If a bank knows that its deposits are insured, it might feel encouraged to make riskier investments because it knows that even if these investments fail, the depositors will still get their money back from the insurance. This could lead to a situation where banks take excessive risks.</a:t>
            </a:r>
          </a:p>
          <a:p>
            <a:pPr algn="l">
              <a:buFont typeface="+mj-lt"/>
              <a:buAutoNum type="arabicPeriod"/>
            </a:pPr>
            <a:r>
              <a:rPr lang="en-US" dirty="0">
                <a:solidFill>
                  <a:srgbClr val="374151"/>
                </a:solidFill>
                <a:latin typeface="Söhne"/>
              </a:rPr>
              <a:t>Dubious motivation of hedge funds remuneration (GPT can give an example)</a:t>
            </a:r>
          </a:p>
          <a:p>
            <a:pPr algn="l">
              <a:buFont typeface="+mj-lt"/>
              <a:buAutoNum type="arabicPeriod"/>
            </a:pPr>
            <a:endParaRPr lang="en-US" b="0" i="0" dirty="0">
              <a:solidFill>
                <a:srgbClr val="374151"/>
              </a:solidFill>
              <a:effectLst/>
              <a:latin typeface="Söhne"/>
            </a:endParaRPr>
          </a:p>
          <a:p>
            <a:pPr algn="l"/>
            <a:r>
              <a:rPr lang="en-US" b="0" i="0" dirty="0">
                <a:solidFill>
                  <a:srgbClr val="374151"/>
                </a:solidFill>
                <a:effectLst/>
                <a:latin typeface="Söhne"/>
              </a:rPr>
              <a:t>The challenge with moral hazard is to create a balance between providing necessary protections (like deposit insurance and potential bank bailouts) and ensuring that these protections do not encourage reckless behavior. Policymakers often attempt to manage this balance through regulatory oversight and mechanisms such as capital adequacy requirements.</a:t>
            </a:r>
          </a:p>
        </p:txBody>
      </p:sp>
    </p:spTree>
    <p:extLst>
      <p:ext uri="{BB962C8B-B14F-4D97-AF65-F5344CB8AC3E}">
        <p14:creationId xmlns:p14="http://schemas.microsoft.com/office/powerpoint/2010/main" val="22272610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700&quot;/&gt;&lt;CPresentation id=&quot;1&quot;&gt;&lt;m_precDefaultNumber&gt;&lt;m_bNumberIsYear val=&quot;1&quot;/&gt;&lt;m_chMinusSymbol&gt;-&lt;/m_chMinusSymbol&gt;&lt;m_chDecimalSymbol17909&gt;,&lt;/m_chDecimalSymbol17909&gt;&lt;m_nGroupingDigits17909 val=&quot;3&quot;/&gt;&lt;m_chGroupingSymbol17909&gt; &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4&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bNumberIsYear val=&quot;0&quot;/&gt;&lt;m_strFormatTime&gt;%m.%y&lt;/m_strFormatTime&gt;&lt;m_yearfmt&gt;&lt;begin val=&quot;4&quot;/&gt;&lt;end val=&quot;4&quot;/&gt;&lt;/m_yearfmt&gt;&lt;/m_precDefaultMonth&gt;&lt;m_precDefaultQuarter&gt;&lt;m_bNumberIsYear val=&quot;0&quot;/&gt;&lt;m_strFormatTime&gt;%6/%y&lt;/m_strFormatTime&gt;&lt;m_yearfmt&gt;&lt;begin val=&quot;4&quot;/&gt;&lt;end val=&quot;4&quot;/&gt;&lt;/m_yearfmt&gt;&lt;/m_precDefaultQuarter&gt;&lt;m_precDefaultYear&gt;&lt;m_bNumberIsYear val=&quot;0&quot;/&gt;&lt;m_strFormatTime&gt;%y&lt;/m_strFormatTime&gt;&lt;m_yearfmt&gt;&lt;begin val=&quot;4&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4&quot;&gt;&lt;elem m_fUsage=&quot;3.92657400688263980015E+00&quot;&gt;&lt;m_msothmcolidx val=&quot;0&quot;/&gt;&lt;m_rgb r=&quot;01&quot; g=&quot;D0&quot; b=&quot;B2&quot;/&gt;&lt;/elem&gt;&lt;elem m_fUsage=&quot;3.48640357080415252966E+00&quot;&gt;&lt;m_msothmcolidx val=&quot;0&quot;/&gt;&lt;m_rgb r=&quot;EB&quot; g=&quot;3C&quot; b=&quot;51&quot;/&gt;&lt;/elem&gt;&lt;elem m_fUsage=&quot;1.13304187590217297910E+00&quot;&gt;&lt;m_msothmcolidx val=&quot;0&quot;/&gt;&lt;m_rgb r=&quot;1F&quot; g=&quot;4E&quot; b=&quot;79&quot;/&gt;&lt;/elem&gt;&lt;elem m_fUsage=&quot;9.00000000000000022204E-01&quot;&gt;&lt;m_msothmcolidx val=&quot;0&quot;/&gt;&lt;m_rgb r=&quot;1A&quot; g=&quot;CC&quot; b=&quot;B3&quot;/&gt;&lt;/elem&gt;&lt;elem m_fUsage=&quot;4.65496520594089135958E-01&quot;&gt;&lt;m_msothmcolidx val=&quot;0&quot;/&gt;&lt;m_rgb r=&quot;BF&quot; g=&quot;D9&quot; b=&quot;F2&quot;/&gt;&lt;/elem&gt;&lt;elem m_fUsage=&quot;6.92046620607724011220E-02&quot;&gt;&lt;m_msothmcolidx val=&quot;0&quot;/&gt;&lt;m_rgb r=&quot;67&quot; g=&quot;A3&quot; b=&quot;DE&quot;/&gt;&lt;/elem&gt;&lt;elem m_fUsage=&quot;5.72641689702235463094E-03&quot;&gt;&lt;m_msothmcolidx val=&quot;0&quot;/&gt;&lt;m_rgb r=&quot;5C&quot; g=&quot;9C&quot; b=&quot;DB&quot;/&gt;&lt;/elem&gt;&lt;elem m_fUsage=&quot;5.25757294306693385988E-03&quot;&gt;&lt;m_msothmcolidx val=&quot;0&quot;/&gt;&lt;m_rgb r=&quot;29&quot; g=&quot;68&quot; b=&quot;A0&quot;/&gt;&lt;/elem&gt;&lt;elem m_fUsage=&quot;4.72836216603517416751E-03&quot;&gt;&lt;m_msothmcolidx val=&quot;0&quot;/&gt;&lt;m_rgb r=&quot;1B&quot; g=&quot;4B&quot; b=&quot;7C&quot;/&gt;&lt;/elem&gt;&lt;elem m_fUsage=&quot;2.60386015355053073925E-03&quot;&gt;&lt;m_msothmcolidx val=&quot;0&quot;/&gt;&lt;m_rgb r=&quot;FB&quot; g=&quot;C6&quot; b=&quot;7A&quot;/&gt;&lt;/elem&gt;&lt;elem m_fUsage=&quot;3.28067878494868730033E-04&quot;&gt;&lt;m_msothmcolidx val=&quot;0&quot;/&gt;&lt;m_rgb r=&quot;D5&quot; g=&quot;E3&quot; b=&quot;F0&quot;/&gt;&lt;/elem&gt;&lt;elem m_fUsage=&quot;2.42749445031547234118E-04&quot;&gt;&lt;m_msothmcolidx val=&quot;0&quot;/&gt;&lt;m_rgb r=&quot;19&quot; g=&quot;C4&quot; b=&quot;AD&quot;/&gt;&lt;/elem&gt;&lt;elem m_fUsage=&quot;1.27147365874567412668E-04&quot;&gt;&lt;m_msothmcolidx val=&quot;0&quot;/&gt;&lt;m_rgb r=&quot;99&quot; g=&quot;C1&quot; b=&quot;EA&quot;/&gt;&lt;/elem&gt;&lt;elem m_fUsage=&quot;1.14663209187165971619E-04&quot;&gt;&lt;m_msothmcolidx val=&quot;0&quot;/&gt;&lt;m_rgb r=&quot;44&quot; g=&quot;8D&quot; b=&quot;D7&quot;/&gt;&lt;/elem&gt;&lt;elem m_fUsage=&quot;8.00732654508037438581E-05&quot;&gt;&lt;m_msothmcolidx val=&quot;0&quot;/&gt;&lt;m_rgb r=&quot;14&quot; g=&quot;38&quot; b=&quot;5C&quot;/&gt;&lt;/elem&gt;&lt;elem m_fUsage=&quot;2.03296708912534923022E-05&quot;&gt;&lt;m_msothmcolidx val=&quot;0&quot;/&gt;&lt;m_rgb r=&quot;0E&quot; g=&quot;29&quot; b=&quot;45&quot;/&gt;&lt;/elem&gt;&lt;elem m_fUsage=&quot;1.41158163862184179890E-05&quot;&gt;&lt;m_msothmcolidx val=&quot;0&quot;/&gt;&lt;m_rgb r=&quot;18&quot; g=&quot;44&quot; b=&quot;70&quot;/&gt;&lt;/elem&gt;&lt;elem m_fUsage=&quot;1.14338112728369176055E-05&quot;&gt;&lt;m_msothmcolidx val=&quot;0&quot;/&gt;&lt;m_rgb r=&quot;C2&quot; g=&quot;D7&quot; b=&quot;EB&quot;/&gt;&lt;/elem&gt;&lt;elem m_fUsage=&quot;1.09907671777604938390E-05&quot;&gt;&lt;m_msothmcolidx val=&quot;0&quot;/&gt;&lt;m_rgb r=&quot;C5&quot; g=&quot;D8&quot; b=&quot;EB&quot;/&gt;&lt;/elem&gt;&lt;elem m_fUsage=&quot;5.60629055364774212656E-06&quot;&gt;&lt;m_msothmcolidx val=&quot;0&quot;/&gt;&lt;m_rgb r=&quot;14&quot; g=&quot;3A&quot; b=&quot;61&quot;/&gt;&lt;/elem&gt;&lt;elem m_fUsage=&quot;4.47282865952980774281E-06&quot;&gt;&lt;m_msothmcolidx val=&quot;0&quot;/&gt;&lt;m_rgb r=&quot;B7&quot; g=&quot;CE&quot; b=&quot;E6&quot;/&gt;&lt;/elem&gt;&lt;elem m_fUsage=&quot;1.54039716234422188595E-06&quot;&gt;&lt;m_msothmcolidx val=&quot;0&quot;/&gt;&lt;m_rgb r=&quot;11&quot; g=&quot;31&quot; b=&quot;51&quot;/&gt;&lt;/elem&gt;&lt;elem m_fUsage=&quot;1.01337161782938879136E-06&quot;&gt;&lt;m_msothmcolidx val=&quot;0&quot;/&gt;&lt;m_rgb r=&quot;16&quot; g=&quot;40&quot; b=&quot;69&quot;/&gt;&lt;/elem&gt;&lt;elem m_fUsage=&quot;8.20831010441804957000E-07&quot;&gt;&lt;m_msothmcolidx val=&quot;0&quot;/&gt;&lt;m_rgb r=&quot;BD&quot; g=&quot;D3&quot; b=&quot;E8&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rqb5kBBaRmKiSb.CREWcq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rqb5kBBaRmKiSb.CREWcq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Sberbank-theme">
  <a:themeElements>
    <a:clrScheme name="IR presentation">
      <a:dk1>
        <a:srgbClr val="283A51"/>
      </a:dk1>
      <a:lt1>
        <a:sysClr val="window" lastClr="FFFFFF"/>
      </a:lt1>
      <a:dk2>
        <a:srgbClr val="283A51"/>
      </a:dk2>
      <a:lt2>
        <a:srgbClr val="E7E6E6"/>
      </a:lt2>
      <a:accent1>
        <a:srgbClr val="283A51"/>
      </a:accent1>
      <a:accent2>
        <a:srgbClr val="B55578"/>
      </a:accent2>
      <a:accent3>
        <a:srgbClr val="0ABAB5"/>
      </a:accent3>
      <a:accent4>
        <a:srgbClr val="DAE4E8"/>
      </a:accent4>
      <a:accent5>
        <a:srgbClr val="35818E"/>
      </a:accent5>
      <a:accent6>
        <a:srgbClr val="C1CFD3"/>
      </a:accent6>
      <a:hlink>
        <a:srgbClr val="0563C1"/>
      </a:hlink>
      <a:folHlink>
        <a:srgbClr val="954F72"/>
      </a:folHlink>
    </a:clrScheme>
    <a:fontScheme name="Sberbank">
      <a:majorFont>
        <a:latin typeface="Circe"/>
        <a:ea typeface=""/>
        <a:cs typeface=""/>
      </a:majorFont>
      <a:minorFont>
        <a:latin typeface="Circe"/>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Макет раскрытия_V32[1] [Нередактируемый]" id="{CEED4749-5589-A144-9B91-4F01FD93F908}" vid="{4F880DBD-1455-B44D-B92A-5811B7384C41}"/>
    </a:ext>
  </a:extLst>
</a:theme>
</file>

<file path=ppt/theme/theme2.xml><?xml version="1.0" encoding="utf-8"?>
<a:theme xmlns:a="http://schemas.openxmlformats.org/drawingml/2006/main" name="1_Sberbank-theme">
  <a:themeElements>
    <a:clrScheme name="IR presentation">
      <a:dk1>
        <a:srgbClr val="283A51"/>
      </a:dk1>
      <a:lt1>
        <a:sysClr val="window" lastClr="FFFFFF"/>
      </a:lt1>
      <a:dk2>
        <a:srgbClr val="283A51"/>
      </a:dk2>
      <a:lt2>
        <a:srgbClr val="E7E6E6"/>
      </a:lt2>
      <a:accent1>
        <a:srgbClr val="283A51"/>
      </a:accent1>
      <a:accent2>
        <a:srgbClr val="B55578"/>
      </a:accent2>
      <a:accent3>
        <a:srgbClr val="0ABAB5"/>
      </a:accent3>
      <a:accent4>
        <a:srgbClr val="DAE4E8"/>
      </a:accent4>
      <a:accent5>
        <a:srgbClr val="35818E"/>
      </a:accent5>
      <a:accent6>
        <a:srgbClr val="C1CFD3"/>
      </a:accent6>
      <a:hlink>
        <a:srgbClr val="0563C1"/>
      </a:hlink>
      <a:folHlink>
        <a:srgbClr val="954F72"/>
      </a:folHlink>
    </a:clrScheme>
    <a:fontScheme name="Sberbank">
      <a:majorFont>
        <a:latin typeface="Circe"/>
        <a:ea typeface=""/>
        <a:cs typeface=""/>
      </a:majorFont>
      <a:minorFont>
        <a:latin typeface="Circe"/>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Макет раскрытия_V32[1] [Нередактируемый]" id="{CEED4749-5589-A144-9B91-4F01FD93F908}" vid="{50C2D48D-24F4-7843-8069-08EDE33C33AF}"/>
    </a:ext>
  </a:extLst>
</a:theme>
</file>

<file path=ppt/theme/theme3.xml><?xml version="1.0" encoding="utf-8"?>
<a:theme xmlns:a="http://schemas.openxmlformats.org/drawingml/2006/main" name="Sberbank-theme">
  <a:themeElements>
    <a:clrScheme name="IR presentation">
      <a:dk1>
        <a:srgbClr val="283A51"/>
      </a:dk1>
      <a:lt1>
        <a:sysClr val="window" lastClr="FFFFFF"/>
      </a:lt1>
      <a:dk2>
        <a:srgbClr val="283A51"/>
      </a:dk2>
      <a:lt2>
        <a:srgbClr val="E7E6E6"/>
      </a:lt2>
      <a:accent1>
        <a:srgbClr val="283A51"/>
      </a:accent1>
      <a:accent2>
        <a:srgbClr val="B55578"/>
      </a:accent2>
      <a:accent3>
        <a:srgbClr val="0ABAB5"/>
      </a:accent3>
      <a:accent4>
        <a:srgbClr val="DAE4E8"/>
      </a:accent4>
      <a:accent5>
        <a:srgbClr val="35818E"/>
      </a:accent5>
      <a:accent6>
        <a:srgbClr val="C1CFD3"/>
      </a:accent6>
      <a:hlink>
        <a:srgbClr val="0563C1"/>
      </a:hlink>
      <a:folHlink>
        <a:srgbClr val="954F72"/>
      </a:folHlink>
    </a:clrScheme>
    <a:fontScheme name="Sberbank">
      <a:majorFont>
        <a:latin typeface="Circe"/>
        <a:ea typeface=""/>
        <a:cs typeface=""/>
      </a:majorFont>
      <a:minorFont>
        <a:latin typeface="Circe"/>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Макет раскрытия_V32[1] [Нередактируемый]" id="{CEED4749-5589-A144-9B91-4F01FD93F908}" vid="{549BB1D3-B32A-4745-9436-A6D9416A2C99}"/>
    </a:ext>
  </a:extLst>
</a:theme>
</file>

<file path=ppt/theme/theme4.xml><?xml version="1.0" encoding="utf-8"?>
<a:theme xmlns:a="http://schemas.openxmlformats.org/drawingml/2006/main" name="2_Sberbank-theme">
  <a:themeElements>
    <a:clrScheme name="IR presentation">
      <a:dk1>
        <a:srgbClr val="283A51"/>
      </a:dk1>
      <a:lt1>
        <a:sysClr val="window" lastClr="FFFFFF"/>
      </a:lt1>
      <a:dk2>
        <a:srgbClr val="283A51"/>
      </a:dk2>
      <a:lt2>
        <a:srgbClr val="E7E6E6"/>
      </a:lt2>
      <a:accent1>
        <a:srgbClr val="283A51"/>
      </a:accent1>
      <a:accent2>
        <a:srgbClr val="B55578"/>
      </a:accent2>
      <a:accent3>
        <a:srgbClr val="0ABAB5"/>
      </a:accent3>
      <a:accent4>
        <a:srgbClr val="DAE4E8"/>
      </a:accent4>
      <a:accent5>
        <a:srgbClr val="35818E"/>
      </a:accent5>
      <a:accent6>
        <a:srgbClr val="C1CFD3"/>
      </a:accent6>
      <a:hlink>
        <a:srgbClr val="0563C1"/>
      </a:hlink>
      <a:folHlink>
        <a:srgbClr val="954F72"/>
      </a:folHlink>
    </a:clrScheme>
    <a:fontScheme name="Sberbank">
      <a:majorFont>
        <a:latin typeface="Circe"/>
        <a:ea typeface=""/>
        <a:cs typeface=""/>
      </a:majorFont>
      <a:minorFont>
        <a:latin typeface="Circe"/>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Макет раскрытия_V32[1] [Нередактируемый]" id="{CEED4749-5589-A144-9B91-4F01FD93F908}" vid="{8294BE27-7173-E440-83D1-EE186411A945}"/>
    </a:ext>
  </a:extLst>
</a:theme>
</file>

<file path=ppt/theme/theme5.xml><?xml version="1.0" encoding="utf-8"?>
<a:theme xmlns:a="http://schemas.openxmlformats.org/drawingml/2006/main" name="4_Sberbank-theme">
  <a:themeElements>
    <a:clrScheme name="IR presentation">
      <a:dk1>
        <a:srgbClr val="283A51"/>
      </a:dk1>
      <a:lt1>
        <a:sysClr val="window" lastClr="FFFFFF"/>
      </a:lt1>
      <a:dk2>
        <a:srgbClr val="283A51"/>
      </a:dk2>
      <a:lt2>
        <a:srgbClr val="E7E6E6"/>
      </a:lt2>
      <a:accent1>
        <a:srgbClr val="283A51"/>
      </a:accent1>
      <a:accent2>
        <a:srgbClr val="B55578"/>
      </a:accent2>
      <a:accent3>
        <a:srgbClr val="0ABAB5"/>
      </a:accent3>
      <a:accent4>
        <a:srgbClr val="DAE4E8"/>
      </a:accent4>
      <a:accent5>
        <a:srgbClr val="35818E"/>
      </a:accent5>
      <a:accent6>
        <a:srgbClr val="C1CFD3"/>
      </a:accent6>
      <a:hlink>
        <a:srgbClr val="0563C1"/>
      </a:hlink>
      <a:folHlink>
        <a:srgbClr val="954F72"/>
      </a:folHlink>
    </a:clrScheme>
    <a:fontScheme name="Sberbank">
      <a:majorFont>
        <a:latin typeface="Circe"/>
        <a:ea typeface=""/>
        <a:cs typeface=""/>
      </a:majorFont>
      <a:minorFont>
        <a:latin typeface="Circe"/>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Макет раскрытия_V32[1] [Нередактируемый]" id="{CEED4749-5589-A144-9B91-4F01FD93F908}" vid="{0F973EEC-E155-2945-9C0F-824B73A4A9D0}"/>
    </a:ext>
  </a:extLst>
</a:theme>
</file>

<file path=ppt/theme/theme6.xml><?xml version="1.0" encoding="utf-8"?>
<a:theme xmlns:a="http://schemas.openxmlformats.org/drawingml/2006/main" name="Титулы_СБ">
  <a:themeElements>
    <a:clrScheme name="шаблон СБ 1">
      <a:dk1>
        <a:srgbClr val="000000"/>
      </a:dk1>
      <a:lt1>
        <a:srgbClr val="FFFFFF"/>
      </a:lt1>
      <a:dk2>
        <a:srgbClr val="006F3C"/>
      </a:dk2>
      <a:lt2>
        <a:srgbClr val="999999"/>
      </a:lt2>
      <a:accent1>
        <a:srgbClr val="11A74C"/>
      </a:accent1>
      <a:accent2>
        <a:srgbClr val="7DC244"/>
      </a:accent2>
      <a:accent3>
        <a:srgbClr val="DC0F00"/>
      </a:accent3>
      <a:accent4>
        <a:srgbClr val="139884"/>
      </a:accent4>
      <a:accent5>
        <a:srgbClr val="EB7F2E"/>
      </a:accent5>
      <a:accent6>
        <a:srgbClr val="0C8CBB"/>
      </a:accent6>
      <a:hlink>
        <a:srgbClr val="71C7C4"/>
      </a:hlink>
      <a:folHlink>
        <a:srgbClr val="F6AC25"/>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шаблон-СБ-16-9" id="{139DC356-87A8-4CA5-A90F-96BAD60E2965}" vid="{22A53204-ED80-4269-9A04-24C44FF7FB65}"/>
    </a:ext>
  </a:extLst>
</a:theme>
</file>

<file path=ppt/theme/theme7.xml><?xml version="1.0" encoding="utf-8"?>
<a:theme xmlns:a="http://schemas.openxmlformats.org/drawingml/2006/main" name="1_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Оформление по умолчанию</Template>
  <TotalTime>0</TotalTime>
  <Words>2198</Words>
  <Application>Microsoft Office PowerPoint</Application>
  <PresentationFormat>Widescreen</PresentationFormat>
  <Paragraphs>267</Paragraphs>
  <Slides>34</Slides>
  <Notes>3</Notes>
  <HiddenSlides>0</HiddenSlides>
  <MMClips>0</MMClips>
  <ScaleCrop>false</ScaleCrop>
  <HeadingPairs>
    <vt:vector size="8" baseType="variant">
      <vt:variant>
        <vt:lpstr>Fonts Used</vt:lpstr>
      </vt:variant>
      <vt:variant>
        <vt:i4>14</vt:i4>
      </vt:variant>
      <vt:variant>
        <vt:lpstr>Theme</vt:lpstr>
      </vt:variant>
      <vt:variant>
        <vt:i4>7</vt:i4>
      </vt:variant>
      <vt:variant>
        <vt:lpstr>Embedded OLE Servers</vt:lpstr>
      </vt:variant>
      <vt:variant>
        <vt:i4>1</vt:i4>
      </vt:variant>
      <vt:variant>
        <vt:lpstr>Slide Titles</vt:lpstr>
      </vt:variant>
      <vt:variant>
        <vt:i4>34</vt:i4>
      </vt:variant>
    </vt:vector>
  </HeadingPairs>
  <TitlesOfParts>
    <vt:vector size="56" baseType="lpstr">
      <vt:lpstr>等线</vt:lpstr>
      <vt:lpstr>Arial</vt:lpstr>
      <vt:lpstr>Calibri</vt:lpstr>
      <vt:lpstr>Calibri Light</vt:lpstr>
      <vt:lpstr>Cambria Math</vt:lpstr>
      <vt:lpstr>Circe</vt:lpstr>
      <vt:lpstr>Circe Light</vt:lpstr>
      <vt:lpstr>Fedra Sans Pro Book</vt:lpstr>
      <vt:lpstr>Franklin Gothic Book</vt:lpstr>
      <vt:lpstr>Gill Sans</vt:lpstr>
      <vt:lpstr>SB Sans Display</vt:lpstr>
      <vt:lpstr>Segoe UI</vt:lpstr>
      <vt:lpstr>Söhne</vt:lpstr>
      <vt:lpstr>Wingdings</vt:lpstr>
      <vt:lpstr>3_Sberbank-theme</vt:lpstr>
      <vt:lpstr>1_Sberbank-theme</vt:lpstr>
      <vt:lpstr>Sberbank-theme</vt:lpstr>
      <vt:lpstr>2_Sberbank-theme</vt:lpstr>
      <vt:lpstr>4_Sberbank-theme</vt:lpstr>
      <vt:lpstr>Титулы_СБ</vt:lpstr>
      <vt:lpstr>1_Office Theme</vt:lpstr>
      <vt:lpstr>Слайд think-cell</vt:lpstr>
      <vt:lpstr>1.1 Foundations of risk management</vt:lpstr>
      <vt:lpstr>PowerPoint Presentation</vt:lpstr>
      <vt:lpstr>PowerPoint Presentation</vt:lpstr>
      <vt:lpstr>Main idea of the course: Risk management from Business standpoint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1.2 Foundations of risk management</vt:lpstr>
      <vt:lpstr>PowerPoint Presentation</vt:lpstr>
      <vt:lpstr>PowerPoint Presentation</vt:lpstr>
      <vt:lpstr>PowerPoint Presentation</vt:lpstr>
      <vt:lpstr>PowerPoint Presentation</vt:lpstr>
      <vt:lpstr>PowerPoint Presentation</vt:lpstr>
      <vt:lpstr>1.3 Foundations of risk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Microsoft Office User</dc:creator>
  <cp:keywords/>
  <dc:description/>
  <cp:lastModifiedBy>Дмитрий Степанченко</cp:lastModifiedBy>
  <cp:revision>3233</cp:revision>
  <dcterms:created xsi:type="dcterms:W3CDTF">2021-03-01T07:36:38Z</dcterms:created>
  <dcterms:modified xsi:type="dcterms:W3CDTF">2026-01-23T13:04:01Z</dcterms:modified>
  <cp:category/>
</cp:coreProperties>
</file>